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theme/theme2.xml" ContentType="application/vnd.openxmlformats-officedocument.theme+xml"/>
  <Override PartName="/ppt/comments/comment1.xml" ContentType="application/vnd.openxmlformats-officedocument.presentationml.comments+xml"/>
  <Override PartName="/ppt/notesSlides/notesSlide1.xml" ContentType="application/vnd.openxmlformats-officedocument.presentationml.notesSlid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9"/>
  </p:notesMasterIdLst>
  <p:sldIdLst>
    <p:sldId id="256" r:id="rId2"/>
    <p:sldId id="257" r:id="rId3"/>
    <p:sldId id="258" r:id="rId4"/>
    <p:sldId id="261" r:id="rId5"/>
    <p:sldId id="283" r:id="rId6"/>
    <p:sldId id="262" r:id="rId7"/>
    <p:sldId id="282" r:id="rId8"/>
    <p:sldId id="264" r:id="rId9"/>
    <p:sldId id="260" r:id="rId10"/>
    <p:sldId id="284" r:id="rId11"/>
    <p:sldId id="265" r:id="rId12"/>
    <p:sldId id="286" r:id="rId13"/>
    <p:sldId id="266" r:id="rId14"/>
    <p:sldId id="267" r:id="rId15"/>
    <p:sldId id="285" r:id="rId16"/>
    <p:sldId id="276" r:id="rId17"/>
    <p:sldId id="278" r:id="rId18"/>
    <p:sldId id="287" r:id="rId19"/>
    <p:sldId id="288" r:id="rId20"/>
    <p:sldId id="273" r:id="rId21"/>
    <p:sldId id="274" r:id="rId22"/>
    <p:sldId id="292" r:id="rId23"/>
    <p:sldId id="290" r:id="rId24"/>
    <p:sldId id="291" r:id="rId25"/>
    <p:sldId id="277" r:id="rId26"/>
    <p:sldId id="263" r:id="rId27"/>
    <p:sldId id="280" r:id="rId2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Alekhya Dabbiru" initials="AD" lastIdx="2" clrIdx="0">
    <p:extLst>
      <p:ext uri="{19B8F6BF-5375-455C-9EA6-DF929625EA0E}">
        <p15:presenceInfo xmlns:p15="http://schemas.microsoft.com/office/powerpoint/2012/main" userId="4ed63fdb51b549a4"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6008" autoAdjust="0"/>
    <p:restoredTop sz="94660"/>
  </p:normalViewPr>
  <p:slideViewPr>
    <p:cSldViewPr snapToGrid="0">
      <p:cViewPr varScale="1">
        <p:scale>
          <a:sx n="122" d="100"/>
          <a:sy n="122" d="100"/>
        </p:scale>
        <p:origin x="96"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tableStyles" Target="tableStyle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heme" Target="theme/theme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viewProps" Target="viewProp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presProps" Target="pres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commentAuthors" Target="commentAuthors.xml"/><Relationship Id="rId35" Type="http://schemas.microsoft.com/office/2016/11/relationships/changesInfo" Target="changesInfos/changesInfo1.xml"/><Relationship Id="rId8" Type="http://schemas.openxmlformats.org/officeDocument/2006/relationships/slide" Target="slides/slide7.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Alekhya Dabbiru" userId="4ed63fdb51b549a4" providerId="LiveId" clId="{BBAAC6CF-EA77-41D2-990D-F0D40401A5F8}"/>
    <pc:docChg chg="undo custSel addSld delSld modSld sldOrd">
      <pc:chgData name="Alekhya Dabbiru" userId="4ed63fdb51b549a4" providerId="LiveId" clId="{BBAAC6CF-EA77-41D2-990D-F0D40401A5F8}" dt="2025-04-23T07:24:58.395" v="1299" actId="14100"/>
      <pc:docMkLst>
        <pc:docMk/>
      </pc:docMkLst>
      <pc:sldChg chg="modSp mod">
        <pc:chgData name="Alekhya Dabbiru" userId="4ed63fdb51b549a4" providerId="LiveId" clId="{BBAAC6CF-EA77-41D2-990D-F0D40401A5F8}" dt="2025-04-23T07:17:17.720" v="1235" actId="1076"/>
        <pc:sldMkLst>
          <pc:docMk/>
          <pc:sldMk cId="1495712592" sldId="257"/>
        </pc:sldMkLst>
        <pc:spChg chg="mod">
          <ac:chgData name="Alekhya Dabbiru" userId="4ed63fdb51b549a4" providerId="LiveId" clId="{BBAAC6CF-EA77-41D2-990D-F0D40401A5F8}" dt="2025-04-23T07:17:14.745" v="1234" actId="1076"/>
          <ac:spMkLst>
            <pc:docMk/>
            <pc:sldMk cId="1495712592" sldId="257"/>
            <ac:spMk id="2" creationId="{0C59FAB2-1D94-369E-717A-E07FFD572F1E}"/>
          </ac:spMkLst>
        </pc:spChg>
        <pc:spChg chg="mod">
          <ac:chgData name="Alekhya Dabbiru" userId="4ed63fdb51b549a4" providerId="LiveId" clId="{BBAAC6CF-EA77-41D2-990D-F0D40401A5F8}" dt="2025-04-23T07:17:17.720" v="1235" actId="1076"/>
          <ac:spMkLst>
            <pc:docMk/>
            <pc:sldMk cId="1495712592" sldId="257"/>
            <ac:spMk id="3" creationId="{C88DD05E-118D-8943-80F6-31E6862B1840}"/>
          </ac:spMkLst>
        </pc:spChg>
      </pc:sldChg>
      <pc:sldChg chg="modSp mod">
        <pc:chgData name="Alekhya Dabbiru" userId="4ed63fdb51b549a4" providerId="LiveId" clId="{BBAAC6CF-EA77-41D2-990D-F0D40401A5F8}" dt="2025-04-23T07:16:56.150" v="1230" actId="255"/>
        <pc:sldMkLst>
          <pc:docMk/>
          <pc:sldMk cId="316302774" sldId="260"/>
        </pc:sldMkLst>
        <pc:spChg chg="mod">
          <ac:chgData name="Alekhya Dabbiru" userId="4ed63fdb51b549a4" providerId="LiveId" clId="{BBAAC6CF-EA77-41D2-990D-F0D40401A5F8}" dt="2025-04-23T07:16:56.150" v="1230" actId="255"/>
          <ac:spMkLst>
            <pc:docMk/>
            <pc:sldMk cId="316302774" sldId="260"/>
            <ac:spMk id="3" creationId="{BA941DB9-D76A-F196-444A-749828F87475}"/>
          </ac:spMkLst>
        </pc:spChg>
      </pc:sldChg>
      <pc:sldChg chg="modSp mod">
        <pc:chgData name="Alekhya Dabbiru" userId="4ed63fdb51b549a4" providerId="LiveId" clId="{BBAAC6CF-EA77-41D2-990D-F0D40401A5F8}" dt="2025-04-23T07:17:30.299" v="1236" actId="1076"/>
        <pc:sldMkLst>
          <pc:docMk/>
          <pc:sldMk cId="2916408543" sldId="261"/>
        </pc:sldMkLst>
        <pc:spChg chg="mod">
          <ac:chgData name="Alekhya Dabbiru" userId="4ed63fdb51b549a4" providerId="LiveId" clId="{BBAAC6CF-EA77-41D2-990D-F0D40401A5F8}" dt="2025-04-23T07:17:30.299" v="1236" actId="1076"/>
          <ac:spMkLst>
            <pc:docMk/>
            <pc:sldMk cId="2916408543" sldId="261"/>
            <ac:spMk id="2" creationId="{25B70BF9-5C07-09EB-59E2-30D109E9E93E}"/>
          </ac:spMkLst>
        </pc:spChg>
      </pc:sldChg>
      <pc:sldChg chg="modSp mod">
        <pc:chgData name="Alekhya Dabbiru" userId="4ed63fdb51b549a4" providerId="LiveId" clId="{BBAAC6CF-EA77-41D2-990D-F0D40401A5F8}" dt="2025-04-23T06:35:41.416" v="1100" actId="20577"/>
        <pc:sldMkLst>
          <pc:docMk/>
          <pc:sldMk cId="367179764" sldId="263"/>
        </pc:sldMkLst>
        <pc:spChg chg="mod">
          <ac:chgData name="Alekhya Dabbiru" userId="4ed63fdb51b549a4" providerId="LiveId" clId="{BBAAC6CF-EA77-41D2-990D-F0D40401A5F8}" dt="2025-04-23T06:35:41.416" v="1100" actId="20577"/>
          <ac:spMkLst>
            <pc:docMk/>
            <pc:sldMk cId="367179764" sldId="263"/>
            <ac:spMk id="3" creationId="{52E4CEAF-3A14-86FF-04A2-0A5EB0330518}"/>
          </ac:spMkLst>
        </pc:spChg>
      </pc:sldChg>
      <pc:sldChg chg="addSp modSp mod">
        <pc:chgData name="Alekhya Dabbiru" userId="4ed63fdb51b549a4" providerId="LiveId" clId="{BBAAC6CF-EA77-41D2-990D-F0D40401A5F8}" dt="2025-04-23T05:04:13.857" v="874" actId="20577"/>
        <pc:sldMkLst>
          <pc:docMk/>
          <pc:sldMk cId="4161884994" sldId="264"/>
        </pc:sldMkLst>
        <pc:spChg chg="mod">
          <ac:chgData name="Alekhya Dabbiru" userId="4ed63fdb51b549a4" providerId="LiveId" clId="{BBAAC6CF-EA77-41D2-990D-F0D40401A5F8}" dt="2025-04-23T05:04:13.857" v="874" actId="20577"/>
          <ac:spMkLst>
            <pc:docMk/>
            <pc:sldMk cId="4161884994" sldId="264"/>
            <ac:spMk id="3" creationId="{FC05A811-2562-666D-DB2B-80D5435D4ECE}"/>
          </ac:spMkLst>
        </pc:spChg>
        <pc:spChg chg="add">
          <ac:chgData name="Alekhya Dabbiru" userId="4ed63fdb51b549a4" providerId="LiveId" clId="{BBAAC6CF-EA77-41D2-990D-F0D40401A5F8}" dt="2025-04-23T05:01:56.002" v="858"/>
          <ac:spMkLst>
            <pc:docMk/>
            <pc:sldMk cId="4161884994" sldId="264"/>
            <ac:spMk id="4" creationId="{3D780EE4-F82F-5DF8-C7DC-CE2B26061E19}"/>
          </ac:spMkLst>
        </pc:spChg>
        <pc:spChg chg="add">
          <ac:chgData name="Alekhya Dabbiru" userId="4ed63fdb51b549a4" providerId="LiveId" clId="{BBAAC6CF-EA77-41D2-990D-F0D40401A5F8}" dt="2025-04-23T05:03:57.691" v="870"/>
          <ac:spMkLst>
            <pc:docMk/>
            <pc:sldMk cId="4161884994" sldId="264"/>
            <ac:spMk id="5" creationId="{19FB4ACD-E7C5-4319-6327-D2EA0E55CA6C}"/>
          </ac:spMkLst>
        </pc:spChg>
      </pc:sldChg>
      <pc:sldChg chg="addSp delSp modSp mod ord">
        <pc:chgData name="Alekhya Dabbiru" userId="4ed63fdb51b549a4" providerId="LiveId" clId="{BBAAC6CF-EA77-41D2-990D-F0D40401A5F8}" dt="2025-04-23T07:18:21.969" v="1256" actId="1076"/>
        <pc:sldMkLst>
          <pc:docMk/>
          <pc:sldMk cId="3188140069" sldId="265"/>
        </pc:sldMkLst>
        <pc:spChg chg="mod">
          <ac:chgData name="Alekhya Dabbiru" userId="4ed63fdb51b549a4" providerId="LiveId" clId="{BBAAC6CF-EA77-41D2-990D-F0D40401A5F8}" dt="2025-04-23T01:45:07.078" v="205" actId="1076"/>
          <ac:spMkLst>
            <pc:docMk/>
            <pc:sldMk cId="3188140069" sldId="265"/>
            <ac:spMk id="2" creationId="{46E118B4-2DA4-0E80-54D1-007AD52081C3}"/>
          </ac:spMkLst>
        </pc:spChg>
        <pc:spChg chg="mod">
          <ac:chgData name="Alekhya Dabbiru" userId="4ed63fdb51b549a4" providerId="LiveId" clId="{BBAAC6CF-EA77-41D2-990D-F0D40401A5F8}" dt="2025-04-23T07:18:21.969" v="1256" actId="1076"/>
          <ac:spMkLst>
            <pc:docMk/>
            <pc:sldMk cId="3188140069" sldId="265"/>
            <ac:spMk id="3" creationId="{DA47A784-05C2-8144-9798-CB337C1FA034}"/>
          </ac:spMkLst>
        </pc:spChg>
        <pc:spChg chg="add del mod">
          <ac:chgData name="Alekhya Dabbiru" userId="4ed63fdb51b549a4" providerId="LiveId" clId="{BBAAC6CF-EA77-41D2-990D-F0D40401A5F8}" dt="2025-04-23T01:44:53.013" v="201"/>
          <ac:spMkLst>
            <pc:docMk/>
            <pc:sldMk cId="3188140069" sldId="265"/>
            <ac:spMk id="7" creationId="{A95E94EE-E466-2233-83E0-0047DB11081C}"/>
          </ac:spMkLst>
        </pc:spChg>
        <pc:spChg chg="add">
          <ac:chgData name="Alekhya Dabbiru" userId="4ed63fdb51b549a4" providerId="LiveId" clId="{BBAAC6CF-EA77-41D2-990D-F0D40401A5F8}" dt="2025-04-23T02:26:34.068" v="487"/>
          <ac:spMkLst>
            <pc:docMk/>
            <pc:sldMk cId="3188140069" sldId="265"/>
            <ac:spMk id="8" creationId="{450571F3-09ED-A285-DE47-F9272C459722}"/>
          </ac:spMkLst>
        </pc:spChg>
        <pc:spChg chg="add">
          <ac:chgData name="Alekhya Dabbiru" userId="4ed63fdb51b549a4" providerId="LiveId" clId="{BBAAC6CF-EA77-41D2-990D-F0D40401A5F8}" dt="2025-04-23T05:07:09.054" v="890"/>
          <ac:spMkLst>
            <pc:docMk/>
            <pc:sldMk cId="3188140069" sldId="265"/>
            <ac:spMk id="9" creationId="{9EA43AD7-63D0-46C7-C2D7-A9B8FB9A36AF}"/>
          </ac:spMkLst>
        </pc:spChg>
        <pc:picChg chg="add del mod modCrop">
          <ac:chgData name="Alekhya Dabbiru" userId="4ed63fdb51b549a4" providerId="LiveId" clId="{BBAAC6CF-EA77-41D2-990D-F0D40401A5F8}" dt="2025-04-23T01:44:44.436" v="196" actId="478"/>
          <ac:picMkLst>
            <pc:docMk/>
            <pc:sldMk cId="3188140069" sldId="265"/>
            <ac:picMk id="5" creationId="{BCC15B85-2226-9CE7-BFE9-22FB218FD27B}"/>
          </ac:picMkLst>
        </pc:picChg>
      </pc:sldChg>
      <pc:sldChg chg="addSp delSp modSp mod">
        <pc:chgData name="Alekhya Dabbiru" userId="4ed63fdb51b549a4" providerId="LiveId" clId="{BBAAC6CF-EA77-41D2-990D-F0D40401A5F8}" dt="2025-04-23T07:18:44.742" v="1260" actId="1076"/>
        <pc:sldMkLst>
          <pc:docMk/>
          <pc:sldMk cId="3585005581" sldId="266"/>
        </pc:sldMkLst>
        <pc:spChg chg="mod">
          <ac:chgData name="Alekhya Dabbiru" userId="4ed63fdb51b549a4" providerId="LiveId" clId="{BBAAC6CF-EA77-41D2-990D-F0D40401A5F8}" dt="2025-04-23T07:18:37.023" v="1258" actId="1076"/>
          <ac:spMkLst>
            <pc:docMk/>
            <pc:sldMk cId="3585005581" sldId="266"/>
            <ac:spMk id="2" creationId="{BECB14F6-1A6B-5FA3-A26F-A7F6BF6E40CA}"/>
          </ac:spMkLst>
        </pc:spChg>
        <pc:spChg chg="mod">
          <ac:chgData name="Alekhya Dabbiru" userId="4ed63fdb51b549a4" providerId="LiveId" clId="{BBAAC6CF-EA77-41D2-990D-F0D40401A5F8}" dt="2025-04-23T07:18:44.742" v="1260" actId="1076"/>
          <ac:spMkLst>
            <pc:docMk/>
            <pc:sldMk cId="3585005581" sldId="266"/>
            <ac:spMk id="3" creationId="{1FFC64AC-FC24-7EEB-C7BD-E4EB759F4E2B}"/>
          </ac:spMkLst>
        </pc:spChg>
        <pc:spChg chg="add del mod">
          <ac:chgData name="Alekhya Dabbiru" userId="4ed63fdb51b549a4" providerId="LiveId" clId="{BBAAC6CF-EA77-41D2-990D-F0D40401A5F8}" dt="2025-04-23T02:06:56.578" v="399"/>
          <ac:spMkLst>
            <pc:docMk/>
            <pc:sldMk cId="3585005581" sldId="266"/>
            <ac:spMk id="4" creationId="{BE8114DF-6EF1-639F-1284-172AC9242594}"/>
          </ac:spMkLst>
        </pc:spChg>
        <pc:spChg chg="add">
          <ac:chgData name="Alekhya Dabbiru" userId="4ed63fdb51b549a4" providerId="LiveId" clId="{BBAAC6CF-EA77-41D2-990D-F0D40401A5F8}" dt="2025-04-23T02:05:22.474" v="384"/>
          <ac:spMkLst>
            <pc:docMk/>
            <pc:sldMk cId="3585005581" sldId="266"/>
            <ac:spMk id="5" creationId="{B7FCE05C-19E2-FA6F-88F1-EE887DF09D1B}"/>
          </ac:spMkLst>
        </pc:spChg>
        <pc:spChg chg="add">
          <ac:chgData name="Alekhya Dabbiru" userId="4ed63fdb51b549a4" providerId="LiveId" clId="{BBAAC6CF-EA77-41D2-990D-F0D40401A5F8}" dt="2025-04-23T02:05:35.449" v="387"/>
          <ac:spMkLst>
            <pc:docMk/>
            <pc:sldMk cId="3585005581" sldId="266"/>
            <ac:spMk id="6" creationId="{68EA9F87-5F24-DDB6-B5AB-1139B02A92F6}"/>
          </ac:spMkLst>
        </pc:spChg>
        <pc:spChg chg="add">
          <ac:chgData name="Alekhya Dabbiru" userId="4ed63fdb51b549a4" providerId="LiveId" clId="{BBAAC6CF-EA77-41D2-990D-F0D40401A5F8}" dt="2025-04-23T02:05:35.449" v="387"/>
          <ac:spMkLst>
            <pc:docMk/>
            <pc:sldMk cId="3585005581" sldId="266"/>
            <ac:spMk id="7" creationId="{BF97456B-B5AC-FE33-393E-2BEA9D65158C}"/>
          </ac:spMkLst>
        </pc:spChg>
        <pc:spChg chg="add">
          <ac:chgData name="Alekhya Dabbiru" userId="4ed63fdb51b549a4" providerId="LiveId" clId="{BBAAC6CF-EA77-41D2-990D-F0D40401A5F8}" dt="2025-04-23T02:05:35.449" v="387"/>
          <ac:spMkLst>
            <pc:docMk/>
            <pc:sldMk cId="3585005581" sldId="266"/>
            <ac:spMk id="8" creationId="{D932ED49-7A0E-FD11-9139-6222F13DCCE8}"/>
          </ac:spMkLst>
        </pc:spChg>
        <pc:spChg chg="add">
          <ac:chgData name="Alekhya Dabbiru" userId="4ed63fdb51b549a4" providerId="LiveId" clId="{BBAAC6CF-EA77-41D2-990D-F0D40401A5F8}" dt="2025-04-23T02:05:35.449" v="387"/>
          <ac:spMkLst>
            <pc:docMk/>
            <pc:sldMk cId="3585005581" sldId="266"/>
            <ac:spMk id="9" creationId="{0360D40C-1033-ECB5-16CE-4ACAF8B17071}"/>
          </ac:spMkLst>
        </pc:spChg>
        <pc:spChg chg="add">
          <ac:chgData name="Alekhya Dabbiru" userId="4ed63fdb51b549a4" providerId="LiveId" clId="{BBAAC6CF-EA77-41D2-990D-F0D40401A5F8}" dt="2025-04-23T02:05:35.449" v="387"/>
          <ac:spMkLst>
            <pc:docMk/>
            <pc:sldMk cId="3585005581" sldId="266"/>
            <ac:spMk id="10" creationId="{86A6AF6F-CD88-E8B3-5D80-FB784E4D3CA8}"/>
          </ac:spMkLst>
        </pc:spChg>
        <pc:spChg chg="add">
          <ac:chgData name="Alekhya Dabbiru" userId="4ed63fdb51b549a4" providerId="LiveId" clId="{BBAAC6CF-EA77-41D2-990D-F0D40401A5F8}" dt="2025-04-23T02:06:05.755" v="388"/>
          <ac:spMkLst>
            <pc:docMk/>
            <pc:sldMk cId="3585005581" sldId="266"/>
            <ac:spMk id="11" creationId="{102F5DC2-7E2C-CE47-814A-EEABF07CA468}"/>
          </ac:spMkLst>
        </pc:spChg>
        <pc:spChg chg="add">
          <ac:chgData name="Alekhya Dabbiru" userId="4ed63fdb51b549a4" providerId="LiveId" clId="{BBAAC6CF-EA77-41D2-990D-F0D40401A5F8}" dt="2025-04-23T02:10:40.156" v="421"/>
          <ac:spMkLst>
            <pc:docMk/>
            <pc:sldMk cId="3585005581" sldId="266"/>
            <ac:spMk id="12" creationId="{C46625DE-340D-0668-0551-8ABCC6DE29F0}"/>
          </ac:spMkLst>
        </pc:spChg>
        <pc:spChg chg="add">
          <ac:chgData name="Alekhya Dabbiru" userId="4ed63fdb51b549a4" providerId="LiveId" clId="{BBAAC6CF-EA77-41D2-990D-F0D40401A5F8}" dt="2025-04-23T02:10:43.808" v="423"/>
          <ac:spMkLst>
            <pc:docMk/>
            <pc:sldMk cId="3585005581" sldId="266"/>
            <ac:spMk id="13" creationId="{E84A8381-2AC6-0D4E-A86F-544FB1D79E4B}"/>
          </ac:spMkLst>
        </pc:spChg>
      </pc:sldChg>
      <pc:sldChg chg="addSp modSp mod">
        <pc:chgData name="Alekhya Dabbiru" userId="4ed63fdb51b549a4" providerId="LiveId" clId="{BBAAC6CF-EA77-41D2-990D-F0D40401A5F8}" dt="2025-04-23T07:18:51.196" v="1261" actId="1076"/>
        <pc:sldMkLst>
          <pc:docMk/>
          <pc:sldMk cId="1161622662" sldId="267"/>
        </pc:sldMkLst>
        <pc:spChg chg="mod">
          <ac:chgData name="Alekhya Dabbiru" userId="4ed63fdb51b549a4" providerId="LiveId" clId="{BBAAC6CF-EA77-41D2-990D-F0D40401A5F8}" dt="2025-04-23T07:18:51.196" v="1261" actId="1076"/>
          <ac:spMkLst>
            <pc:docMk/>
            <pc:sldMk cId="1161622662" sldId="267"/>
            <ac:spMk id="3" creationId="{1600A86F-E3D0-10A3-F286-CDB6A553E290}"/>
          </ac:spMkLst>
        </pc:spChg>
        <pc:spChg chg="add">
          <ac:chgData name="Alekhya Dabbiru" userId="4ed63fdb51b549a4" providerId="LiveId" clId="{BBAAC6CF-EA77-41D2-990D-F0D40401A5F8}" dt="2025-04-23T05:22:35.389" v="929"/>
          <ac:spMkLst>
            <pc:docMk/>
            <pc:sldMk cId="1161622662" sldId="267"/>
            <ac:spMk id="4" creationId="{5D12F2BA-5952-2705-F625-30A64CBBD97D}"/>
          </ac:spMkLst>
        </pc:spChg>
      </pc:sldChg>
      <pc:sldChg chg="addSp delSp modSp del mod">
        <pc:chgData name="Alekhya Dabbiru" userId="4ed63fdb51b549a4" providerId="LiveId" clId="{BBAAC6CF-EA77-41D2-990D-F0D40401A5F8}" dt="2025-04-23T01:25:24.770" v="47" actId="47"/>
        <pc:sldMkLst>
          <pc:docMk/>
          <pc:sldMk cId="1928612625" sldId="268"/>
        </pc:sldMkLst>
        <pc:spChg chg="add mod">
          <ac:chgData name="Alekhya Dabbiru" userId="4ed63fdb51b549a4" providerId="LiveId" clId="{BBAAC6CF-EA77-41D2-990D-F0D40401A5F8}" dt="2025-04-23T01:24:34.565" v="44" actId="478"/>
          <ac:spMkLst>
            <pc:docMk/>
            <pc:sldMk cId="1928612625" sldId="268"/>
            <ac:spMk id="4" creationId="{A8FC8904-09F8-721D-3E11-18D1CE3FDBF6}"/>
          </ac:spMkLst>
        </pc:spChg>
        <pc:picChg chg="del">
          <ac:chgData name="Alekhya Dabbiru" userId="4ed63fdb51b549a4" providerId="LiveId" clId="{BBAAC6CF-EA77-41D2-990D-F0D40401A5F8}" dt="2025-04-23T01:24:34.565" v="44" actId="478"/>
          <ac:picMkLst>
            <pc:docMk/>
            <pc:sldMk cId="1928612625" sldId="268"/>
            <ac:picMk id="9" creationId="{32E52A64-E7B1-9207-676C-39A11FAE3F3B}"/>
          </ac:picMkLst>
        </pc:picChg>
      </pc:sldChg>
      <pc:sldChg chg="addSp delSp modSp del mod ord">
        <pc:chgData name="Alekhya Dabbiru" userId="4ed63fdb51b549a4" providerId="LiveId" clId="{BBAAC6CF-EA77-41D2-990D-F0D40401A5F8}" dt="2025-04-23T02:32:32.754" v="547" actId="2696"/>
        <pc:sldMkLst>
          <pc:docMk/>
          <pc:sldMk cId="1689866809" sldId="270"/>
        </pc:sldMkLst>
        <pc:spChg chg="add mod">
          <ac:chgData name="Alekhya Dabbiru" userId="4ed63fdb51b549a4" providerId="LiveId" clId="{BBAAC6CF-EA77-41D2-990D-F0D40401A5F8}" dt="2025-04-23T02:32:19.464" v="544" actId="478"/>
          <ac:spMkLst>
            <pc:docMk/>
            <pc:sldMk cId="1689866809" sldId="270"/>
            <ac:spMk id="4" creationId="{19111A9E-3039-EB6C-F6F5-0B593C168B93}"/>
          </ac:spMkLst>
        </pc:spChg>
        <pc:picChg chg="del">
          <ac:chgData name="Alekhya Dabbiru" userId="4ed63fdb51b549a4" providerId="LiveId" clId="{BBAAC6CF-EA77-41D2-990D-F0D40401A5F8}" dt="2025-04-23T02:32:19.464" v="544" actId="478"/>
          <ac:picMkLst>
            <pc:docMk/>
            <pc:sldMk cId="1689866809" sldId="270"/>
            <ac:picMk id="5" creationId="{5EA5604C-569F-32F2-848C-6E0C6F2DF8E3}"/>
          </ac:picMkLst>
        </pc:picChg>
      </pc:sldChg>
      <pc:sldChg chg="del">
        <pc:chgData name="Alekhya Dabbiru" userId="4ed63fdb51b549a4" providerId="LiveId" clId="{BBAAC6CF-EA77-41D2-990D-F0D40401A5F8}" dt="2025-04-23T02:36:31.093" v="583" actId="47"/>
        <pc:sldMkLst>
          <pc:docMk/>
          <pc:sldMk cId="869358490" sldId="271"/>
        </pc:sldMkLst>
      </pc:sldChg>
      <pc:sldChg chg="addSp delSp modSp mod">
        <pc:chgData name="Alekhya Dabbiru" userId="4ed63fdb51b549a4" providerId="LiveId" clId="{BBAAC6CF-EA77-41D2-990D-F0D40401A5F8}" dt="2025-04-23T06:29:18.712" v="1074" actId="20577"/>
        <pc:sldMkLst>
          <pc:docMk/>
          <pc:sldMk cId="1618625496" sldId="273"/>
        </pc:sldMkLst>
        <pc:spChg chg="mod">
          <ac:chgData name="Alekhya Dabbiru" userId="4ed63fdb51b549a4" providerId="LiveId" clId="{BBAAC6CF-EA77-41D2-990D-F0D40401A5F8}" dt="2025-04-23T06:28:42.621" v="1048" actId="27636"/>
          <ac:spMkLst>
            <pc:docMk/>
            <pc:sldMk cId="1618625496" sldId="273"/>
            <ac:spMk id="2" creationId="{0A11606F-75D1-529A-6064-553F1787F380}"/>
          </ac:spMkLst>
        </pc:spChg>
        <pc:spChg chg="add del mod">
          <ac:chgData name="Alekhya Dabbiru" userId="4ed63fdb51b549a4" providerId="LiveId" clId="{BBAAC6CF-EA77-41D2-990D-F0D40401A5F8}" dt="2025-04-23T06:29:18.712" v="1074" actId="20577"/>
          <ac:spMkLst>
            <pc:docMk/>
            <pc:sldMk cId="1618625496" sldId="273"/>
            <ac:spMk id="3" creationId="{CEF9D2C8-4E12-1D27-02ED-3C6677F3866C}"/>
          </ac:spMkLst>
        </pc:spChg>
        <pc:spChg chg="add mod">
          <ac:chgData name="Alekhya Dabbiru" userId="4ed63fdb51b549a4" providerId="LiveId" clId="{BBAAC6CF-EA77-41D2-990D-F0D40401A5F8}" dt="2025-04-23T06:14:59.026" v="966"/>
          <ac:spMkLst>
            <pc:docMk/>
            <pc:sldMk cId="1618625496" sldId="273"/>
            <ac:spMk id="4" creationId="{BA9B1DB2-5FC0-3292-DFB2-D94E20AD6DCA}"/>
          </ac:spMkLst>
        </pc:spChg>
        <pc:spChg chg="add mod">
          <ac:chgData name="Alekhya Dabbiru" userId="4ed63fdb51b549a4" providerId="LiveId" clId="{BBAAC6CF-EA77-41D2-990D-F0D40401A5F8}" dt="2025-04-23T06:26:31.720" v="998"/>
          <ac:spMkLst>
            <pc:docMk/>
            <pc:sldMk cId="1618625496" sldId="273"/>
            <ac:spMk id="5" creationId="{63B032F5-87A4-A4E0-C0B2-2856EDB8D024}"/>
          </ac:spMkLst>
        </pc:spChg>
      </pc:sldChg>
      <pc:sldChg chg="addSp modSp mod">
        <pc:chgData name="Alekhya Dabbiru" userId="4ed63fdb51b549a4" providerId="LiveId" clId="{BBAAC6CF-EA77-41D2-990D-F0D40401A5F8}" dt="2025-04-23T06:53:10.756" v="1164" actId="1076"/>
        <pc:sldMkLst>
          <pc:docMk/>
          <pc:sldMk cId="2631827842" sldId="274"/>
        </pc:sldMkLst>
        <pc:spChg chg="mod">
          <ac:chgData name="Alekhya Dabbiru" userId="4ed63fdb51b549a4" providerId="LiveId" clId="{BBAAC6CF-EA77-41D2-990D-F0D40401A5F8}" dt="2025-04-23T06:53:06.432" v="1163" actId="1076"/>
          <ac:spMkLst>
            <pc:docMk/>
            <pc:sldMk cId="2631827842" sldId="274"/>
            <ac:spMk id="2" creationId="{02035FC3-C274-2FBC-273C-56CE2A730B4D}"/>
          </ac:spMkLst>
        </pc:spChg>
        <pc:spChg chg="mod">
          <ac:chgData name="Alekhya Dabbiru" userId="4ed63fdb51b549a4" providerId="LiveId" clId="{BBAAC6CF-EA77-41D2-990D-F0D40401A5F8}" dt="2025-04-23T06:53:10.756" v="1164" actId="1076"/>
          <ac:spMkLst>
            <pc:docMk/>
            <pc:sldMk cId="2631827842" sldId="274"/>
            <ac:spMk id="3" creationId="{48FB017F-2C6D-0A83-7C6B-C823F103EC3C}"/>
          </ac:spMkLst>
        </pc:spChg>
        <pc:spChg chg="add">
          <ac:chgData name="Alekhya Dabbiru" userId="4ed63fdb51b549a4" providerId="LiveId" clId="{BBAAC6CF-EA77-41D2-990D-F0D40401A5F8}" dt="2025-04-23T06:44:51.914" v="1103"/>
          <ac:spMkLst>
            <pc:docMk/>
            <pc:sldMk cId="2631827842" sldId="274"/>
            <ac:spMk id="4" creationId="{FDB91F08-03E1-5C53-7401-B34A958AE2ED}"/>
          </ac:spMkLst>
        </pc:spChg>
      </pc:sldChg>
      <pc:sldChg chg="addSp modSp mod">
        <pc:chgData name="Alekhya Dabbiru" userId="4ed63fdb51b549a4" providerId="LiveId" clId="{BBAAC6CF-EA77-41D2-990D-F0D40401A5F8}" dt="2025-04-23T07:19:09.290" v="1263" actId="1076"/>
        <pc:sldMkLst>
          <pc:docMk/>
          <pc:sldMk cId="928643271" sldId="276"/>
        </pc:sldMkLst>
        <pc:spChg chg="mod">
          <ac:chgData name="Alekhya Dabbiru" userId="4ed63fdb51b549a4" providerId="LiveId" clId="{BBAAC6CF-EA77-41D2-990D-F0D40401A5F8}" dt="2025-04-23T03:20:51.936" v="737" actId="20577"/>
          <ac:spMkLst>
            <pc:docMk/>
            <pc:sldMk cId="928643271" sldId="276"/>
            <ac:spMk id="2" creationId="{CEFCAABE-0B11-8927-178B-31B642476FDC}"/>
          </ac:spMkLst>
        </pc:spChg>
        <pc:spChg chg="mod">
          <ac:chgData name="Alekhya Dabbiru" userId="4ed63fdb51b549a4" providerId="LiveId" clId="{BBAAC6CF-EA77-41D2-990D-F0D40401A5F8}" dt="2025-04-23T07:19:09.290" v="1263" actId="1076"/>
          <ac:spMkLst>
            <pc:docMk/>
            <pc:sldMk cId="928643271" sldId="276"/>
            <ac:spMk id="3" creationId="{4E1FA120-5DBB-B64E-1A00-312B1E286F13}"/>
          </ac:spMkLst>
        </pc:spChg>
        <pc:spChg chg="add">
          <ac:chgData name="Alekhya Dabbiru" userId="4ed63fdb51b549a4" providerId="LiveId" clId="{BBAAC6CF-EA77-41D2-990D-F0D40401A5F8}" dt="2025-04-23T03:20:33.057" v="726"/>
          <ac:spMkLst>
            <pc:docMk/>
            <pc:sldMk cId="928643271" sldId="276"/>
            <ac:spMk id="4" creationId="{4587ED1E-34FA-4334-4947-73EE2E7D559A}"/>
          </ac:spMkLst>
        </pc:spChg>
        <pc:spChg chg="add">
          <ac:chgData name="Alekhya Dabbiru" userId="4ed63fdb51b549a4" providerId="LiveId" clId="{BBAAC6CF-EA77-41D2-990D-F0D40401A5F8}" dt="2025-04-23T03:20:33.057" v="726"/>
          <ac:spMkLst>
            <pc:docMk/>
            <pc:sldMk cId="928643271" sldId="276"/>
            <ac:spMk id="5" creationId="{2CCC367E-BA14-54A4-AF1F-83ACC94B2472}"/>
          </ac:spMkLst>
        </pc:spChg>
      </pc:sldChg>
      <pc:sldChg chg="addSp delSp modSp mod">
        <pc:chgData name="Alekhya Dabbiru" userId="4ed63fdb51b549a4" providerId="LiveId" clId="{BBAAC6CF-EA77-41D2-990D-F0D40401A5F8}" dt="2025-04-23T07:12:42.729" v="1218" actId="1076"/>
        <pc:sldMkLst>
          <pc:docMk/>
          <pc:sldMk cId="1440402988" sldId="277"/>
        </pc:sldMkLst>
        <pc:spChg chg="add del mod">
          <ac:chgData name="Alekhya Dabbiru" userId="4ed63fdb51b549a4" providerId="LiveId" clId="{BBAAC6CF-EA77-41D2-990D-F0D40401A5F8}" dt="2025-04-23T07:12:42.729" v="1218" actId="1076"/>
          <ac:spMkLst>
            <pc:docMk/>
            <pc:sldMk cId="1440402988" sldId="277"/>
            <ac:spMk id="3" creationId="{AEF12CA7-6976-3B98-1E08-D88D7751F9B5}"/>
          </ac:spMkLst>
        </pc:spChg>
        <pc:spChg chg="add mod">
          <ac:chgData name="Alekhya Dabbiru" userId="4ed63fdb51b549a4" providerId="LiveId" clId="{BBAAC6CF-EA77-41D2-990D-F0D40401A5F8}" dt="2025-04-23T07:09:21.255" v="1191"/>
          <ac:spMkLst>
            <pc:docMk/>
            <pc:sldMk cId="1440402988" sldId="277"/>
            <ac:spMk id="4" creationId="{9E69D43A-C93C-486B-9324-69B2D2259C4E}"/>
          </ac:spMkLst>
        </pc:spChg>
      </pc:sldChg>
      <pc:sldChg chg="addSp delSp modSp mod">
        <pc:chgData name="Alekhya Dabbiru" userId="4ed63fdb51b549a4" providerId="LiveId" clId="{BBAAC6CF-EA77-41D2-990D-F0D40401A5F8}" dt="2025-04-23T07:19:17.748" v="1265" actId="1076"/>
        <pc:sldMkLst>
          <pc:docMk/>
          <pc:sldMk cId="403044939" sldId="278"/>
        </pc:sldMkLst>
        <pc:spChg chg="mod">
          <ac:chgData name="Alekhya Dabbiru" userId="4ed63fdb51b549a4" providerId="LiveId" clId="{BBAAC6CF-EA77-41D2-990D-F0D40401A5F8}" dt="2025-04-23T04:56:29.796" v="845" actId="1076"/>
          <ac:spMkLst>
            <pc:docMk/>
            <pc:sldMk cId="403044939" sldId="278"/>
            <ac:spMk id="2" creationId="{9ECB4ABF-793D-72E0-79D7-DD2A9D6440F6}"/>
          </ac:spMkLst>
        </pc:spChg>
        <pc:spChg chg="add del mod">
          <ac:chgData name="Alekhya Dabbiru" userId="4ed63fdb51b549a4" providerId="LiveId" clId="{BBAAC6CF-EA77-41D2-990D-F0D40401A5F8}" dt="2025-04-23T07:19:17.748" v="1265" actId="1076"/>
          <ac:spMkLst>
            <pc:docMk/>
            <pc:sldMk cId="403044939" sldId="278"/>
            <ac:spMk id="3" creationId="{6A47AC74-2605-92E5-48AD-43D9738E632E}"/>
          </ac:spMkLst>
        </pc:spChg>
        <pc:spChg chg="add mod">
          <ac:chgData name="Alekhya Dabbiru" userId="4ed63fdb51b549a4" providerId="LiveId" clId="{BBAAC6CF-EA77-41D2-990D-F0D40401A5F8}" dt="2025-04-23T04:47:48.710" v="821"/>
          <ac:spMkLst>
            <pc:docMk/>
            <pc:sldMk cId="403044939" sldId="278"/>
            <ac:spMk id="4" creationId="{F8A221AA-0892-2C18-2C4E-9617FE650571}"/>
          </ac:spMkLst>
        </pc:spChg>
      </pc:sldChg>
      <pc:sldChg chg="modSp del mod">
        <pc:chgData name="Alekhya Dabbiru" userId="4ed63fdb51b549a4" providerId="LiveId" clId="{BBAAC6CF-EA77-41D2-990D-F0D40401A5F8}" dt="2025-04-23T03:25:07.119" v="809" actId="2696"/>
        <pc:sldMkLst>
          <pc:docMk/>
          <pc:sldMk cId="2219184058" sldId="281"/>
        </pc:sldMkLst>
        <pc:spChg chg="mod">
          <ac:chgData name="Alekhya Dabbiru" userId="4ed63fdb51b549a4" providerId="LiveId" clId="{BBAAC6CF-EA77-41D2-990D-F0D40401A5F8}" dt="2025-04-23T02:36:40.010" v="585" actId="20577"/>
          <ac:spMkLst>
            <pc:docMk/>
            <pc:sldMk cId="2219184058" sldId="281"/>
            <ac:spMk id="11" creationId="{9CA79FC1-F2D4-1380-E5FA-BFD7453E6077}"/>
          </ac:spMkLst>
        </pc:spChg>
      </pc:sldChg>
      <pc:sldChg chg="modSp mod">
        <pc:chgData name="Alekhya Dabbiru" userId="4ed63fdb51b549a4" providerId="LiveId" clId="{BBAAC6CF-EA77-41D2-990D-F0D40401A5F8}" dt="2025-04-23T07:17:44.629" v="1238" actId="1076"/>
        <pc:sldMkLst>
          <pc:docMk/>
          <pc:sldMk cId="3244474584" sldId="282"/>
        </pc:sldMkLst>
        <pc:spChg chg="mod">
          <ac:chgData name="Alekhya Dabbiru" userId="4ed63fdb51b549a4" providerId="LiveId" clId="{BBAAC6CF-EA77-41D2-990D-F0D40401A5F8}" dt="2025-04-23T07:17:44.629" v="1238" actId="1076"/>
          <ac:spMkLst>
            <pc:docMk/>
            <pc:sldMk cId="3244474584" sldId="282"/>
            <ac:spMk id="3" creationId="{F1C24A92-85B7-A8FD-F948-0D4AEA3B347A}"/>
          </ac:spMkLst>
        </pc:spChg>
      </pc:sldChg>
      <pc:sldChg chg="modSp new mod">
        <pc:chgData name="Alekhya Dabbiru" userId="4ed63fdb51b549a4" providerId="LiveId" clId="{BBAAC6CF-EA77-41D2-990D-F0D40401A5F8}" dt="2025-04-23T07:18:10.657" v="1255" actId="20577"/>
        <pc:sldMkLst>
          <pc:docMk/>
          <pc:sldMk cId="3985177925" sldId="284"/>
        </pc:sldMkLst>
        <pc:spChg chg="mod">
          <ac:chgData name="Alekhya Dabbiru" userId="4ed63fdb51b549a4" providerId="LiveId" clId="{BBAAC6CF-EA77-41D2-990D-F0D40401A5F8}" dt="2025-04-23T07:18:10.657" v="1255" actId="20577"/>
          <ac:spMkLst>
            <pc:docMk/>
            <pc:sldMk cId="3985177925" sldId="284"/>
            <ac:spMk id="2" creationId="{268355E2-E8F8-0364-64A1-CD5AD7C8582E}"/>
          </ac:spMkLst>
        </pc:spChg>
        <pc:spChg chg="mod">
          <ac:chgData name="Alekhya Dabbiru" userId="4ed63fdb51b549a4" providerId="LiveId" clId="{BBAAC6CF-EA77-41D2-990D-F0D40401A5F8}" dt="2025-04-23T07:17:08.463" v="1233" actId="1076"/>
          <ac:spMkLst>
            <pc:docMk/>
            <pc:sldMk cId="3985177925" sldId="284"/>
            <ac:spMk id="3" creationId="{C89163BB-4F12-E9AB-4881-92EBAAD9848B}"/>
          </ac:spMkLst>
        </pc:spChg>
      </pc:sldChg>
      <pc:sldChg chg="addSp delSp modSp new mod ord">
        <pc:chgData name="Alekhya Dabbiru" userId="4ed63fdb51b549a4" providerId="LiveId" clId="{BBAAC6CF-EA77-41D2-990D-F0D40401A5F8}" dt="2025-04-23T07:24:39.888" v="1295" actId="14100"/>
        <pc:sldMkLst>
          <pc:docMk/>
          <pc:sldMk cId="4290478307" sldId="285"/>
        </pc:sldMkLst>
        <pc:spChg chg="mod">
          <ac:chgData name="Alekhya Dabbiru" userId="4ed63fdb51b549a4" providerId="LiveId" clId="{BBAAC6CF-EA77-41D2-990D-F0D40401A5F8}" dt="2025-04-23T01:25:22.316" v="46"/>
          <ac:spMkLst>
            <pc:docMk/>
            <pc:sldMk cId="4290478307" sldId="285"/>
            <ac:spMk id="2" creationId="{8661755A-4719-07B6-0C7A-119C19D72DE0}"/>
          </ac:spMkLst>
        </pc:spChg>
        <pc:spChg chg="add del">
          <ac:chgData name="Alekhya Dabbiru" userId="4ed63fdb51b549a4" providerId="LiveId" clId="{BBAAC6CF-EA77-41D2-990D-F0D40401A5F8}" dt="2025-04-23T01:26:08.392" v="51" actId="22"/>
          <ac:spMkLst>
            <pc:docMk/>
            <pc:sldMk cId="4290478307" sldId="285"/>
            <ac:spMk id="3" creationId="{E0153F38-C37A-6D8B-FC6F-0488C12BFEBA}"/>
          </ac:spMkLst>
        </pc:spChg>
        <pc:spChg chg="add">
          <ac:chgData name="Alekhya Dabbiru" userId="4ed63fdb51b549a4" providerId="LiveId" clId="{BBAAC6CF-EA77-41D2-990D-F0D40401A5F8}" dt="2025-04-23T01:25:49.614" v="48"/>
          <ac:spMkLst>
            <pc:docMk/>
            <pc:sldMk cId="4290478307" sldId="285"/>
            <ac:spMk id="4" creationId="{05DAA304-277B-6D8B-2357-FA52EAC178A7}"/>
          </ac:spMkLst>
        </pc:spChg>
        <pc:spChg chg="add mod">
          <ac:chgData name="Alekhya Dabbiru" userId="4ed63fdb51b549a4" providerId="LiveId" clId="{BBAAC6CF-EA77-41D2-990D-F0D40401A5F8}" dt="2025-04-23T01:25:55.697" v="50"/>
          <ac:spMkLst>
            <pc:docMk/>
            <pc:sldMk cId="4290478307" sldId="285"/>
            <ac:spMk id="5" creationId="{3887C73D-C4CA-B907-32BD-839613E90115}"/>
          </ac:spMkLst>
        </pc:spChg>
        <pc:picChg chg="add mod ord">
          <ac:chgData name="Alekhya Dabbiru" userId="4ed63fdb51b549a4" providerId="LiveId" clId="{BBAAC6CF-EA77-41D2-990D-F0D40401A5F8}" dt="2025-04-23T07:24:33.376" v="1293" actId="14100"/>
          <ac:picMkLst>
            <pc:docMk/>
            <pc:sldMk cId="4290478307" sldId="285"/>
            <ac:picMk id="7" creationId="{498B9576-7E55-F991-8202-64D3EB23A78E}"/>
          </ac:picMkLst>
        </pc:picChg>
        <pc:picChg chg="add del">
          <ac:chgData name="Alekhya Dabbiru" userId="4ed63fdb51b549a4" providerId="LiveId" clId="{BBAAC6CF-EA77-41D2-990D-F0D40401A5F8}" dt="2025-04-23T01:26:30.720" v="54" actId="22"/>
          <ac:picMkLst>
            <pc:docMk/>
            <pc:sldMk cId="4290478307" sldId="285"/>
            <ac:picMk id="9" creationId="{F26A8859-BDF2-3A63-8F89-F484E6DF4C4C}"/>
          </ac:picMkLst>
        </pc:picChg>
        <pc:picChg chg="add mod">
          <ac:chgData name="Alekhya Dabbiru" userId="4ed63fdb51b549a4" providerId="LiveId" clId="{BBAAC6CF-EA77-41D2-990D-F0D40401A5F8}" dt="2025-04-23T07:24:39.888" v="1295" actId="14100"/>
          <ac:picMkLst>
            <pc:docMk/>
            <pc:sldMk cId="4290478307" sldId="285"/>
            <ac:picMk id="11" creationId="{51C105F3-BDE5-09DA-EB32-750F6DC972AC}"/>
          </ac:picMkLst>
        </pc:picChg>
      </pc:sldChg>
      <pc:sldChg chg="addSp delSp modSp new del mod">
        <pc:chgData name="Alekhya Dabbiru" userId="4ed63fdb51b549a4" providerId="LiveId" clId="{BBAAC6CF-EA77-41D2-990D-F0D40401A5F8}" dt="2025-04-23T02:01:51.738" v="378" actId="2696"/>
        <pc:sldMkLst>
          <pc:docMk/>
          <pc:sldMk cId="351085004" sldId="286"/>
        </pc:sldMkLst>
        <pc:spChg chg="mod">
          <ac:chgData name="Alekhya Dabbiru" userId="4ed63fdb51b549a4" providerId="LiveId" clId="{BBAAC6CF-EA77-41D2-990D-F0D40401A5F8}" dt="2025-04-23T01:46:06.446" v="267" actId="20577"/>
          <ac:spMkLst>
            <pc:docMk/>
            <pc:sldMk cId="351085004" sldId="286"/>
            <ac:spMk id="2" creationId="{ECD1C82A-8557-DAC4-CD2E-6A2C9F6E7DBA}"/>
          </ac:spMkLst>
        </pc:spChg>
        <pc:spChg chg="del">
          <ac:chgData name="Alekhya Dabbiru" userId="4ed63fdb51b549a4" providerId="LiveId" clId="{BBAAC6CF-EA77-41D2-990D-F0D40401A5F8}" dt="2025-04-23T01:44:20.185" v="190"/>
          <ac:spMkLst>
            <pc:docMk/>
            <pc:sldMk cId="351085004" sldId="286"/>
            <ac:spMk id="3" creationId="{435F94B3-361C-461B-C536-93BC277FCD73}"/>
          </ac:spMkLst>
        </pc:spChg>
        <pc:spChg chg="add mod">
          <ac:chgData name="Alekhya Dabbiru" userId="4ed63fdb51b549a4" providerId="LiveId" clId="{BBAAC6CF-EA77-41D2-990D-F0D40401A5F8}" dt="2025-04-23T01:49:24.794" v="344" actId="14100"/>
          <ac:spMkLst>
            <pc:docMk/>
            <pc:sldMk cId="351085004" sldId="286"/>
            <ac:spMk id="6" creationId="{6841819D-FB50-511B-3EBF-20A9D36C270A}"/>
          </ac:spMkLst>
        </pc:spChg>
        <pc:spChg chg="add del mod">
          <ac:chgData name="Alekhya Dabbiru" userId="4ed63fdb51b549a4" providerId="LiveId" clId="{BBAAC6CF-EA77-41D2-990D-F0D40401A5F8}" dt="2025-04-23T01:49:29.425" v="347"/>
          <ac:spMkLst>
            <pc:docMk/>
            <pc:sldMk cId="351085004" sldId="286"/>
            <ac:spMk id="7" creationId="{B7F80A64-785F-965D-4A4A-3DCE8F75A79A}"/>
          </ac:spMkLst>
        </pc:spChg>
        <pc:picChg chg="add mod">
          <ac:chgData name="Alekhya Dabbiru" userId="4ed63fdb51b549a4" providerId="LiveId" clId="{BBAAC6CF-EA77-41D2-990D-F0D40401A5F8}" dt="2025-04-23T01:49:28.025" v="345" actId="1076"/>
          <ac:picMkLst>
            <pc:docMk/>
            <pc:sldMk cId="351085004" sldId="286"/>
            <ac:picMk id="4" creationId="{6EA9786C-05C5-B85E-BADF-51D8D0D0E3F4}"/>
          </ac:picMkLst>
        </pc:picChg>
      </pc:sldChg>
      <pc:sldChg chg="addSp delSp modSp new mod">
        <pc:chgData name="Alekhya Dabbiru" userId="4ed63fdb51b549a4" providerId="LiveId" clId="{BBAAC6CF-EA77-41D2-990D-F0D40401A5F8}" dt="2025-04-23T05:12:15.231" v="918" actId="1076"/>
        <pc:sldMkLst>
          <pc:docMk/>
          <pc:sldMk cId="3147228277" sldId="286"/>
        </pc:sldMkLst>
        <pc:spChg chg="mod">
          <ac:chgData name="Alekhya Dabbiru" userId="4ed63fdb51b549a4" providerId="LiveId" clId="{BBAAC6CF-EA77-41D2-990D-F0D40401A5F8}" dt="2025-04-23T05:12:08.649" v="916" actId="1076"/>
          <ac:spMkLst>
            <pc:docMk/>
            <pc:sldMk cId="3147228277" sldId="286"/>
            <ac:spMk id="2" creationId="{FDDB6582-CB1D-D02D-08FE-ECBFF70C9BAF}"/>
          </ac:spMkLst>
        </pc:spChg>
        <pc:spChg chg="add del mod">
          <ac:chgData name="Alekhya Dabbiru" userId="4ed63fdb51b549a4" providerId="LiveId" clId="{BBAAC6CF-EA77-41D2-990D-F0D40401A5F8}" dt="2025-04-23T05:12:15.231" v="918" actId="1076"/>
          <ac:spMkLst>
            <pc:docMk/>
            <pc:sldMk cId="3147228277" sldId="286"/>
            <ac:spMk id="3" creationId="{4AE8CBA9-D7EF-A032-3459-4636795788EE}"/>
          </ac:spMkLst>
        </pc:spChg>
        <pc:spChg chg="add">
          <ac:chgData name="Alekhya Dabbiru" userId="4ed63fdb51b549a4" providerId="LiveId" clId="{BBAAC6CF-EA77-41D2-990D-F0D40401A5F8}" dt="2025-04-23T02:30:34.118" v="535"/>
          <ac:spMkLst>
            <pc:docMk/>
            <pc:sldMk cId="3147228277" sldId="286"/>
            <ac:spMk id="4" creationId="{7328494C-E7CD-E881-27CF-061B3695B7B2}"/>
          </ac:spMkLst>
        </pc:spChg>
        <pc:spChg chg="add mod">
          <ac:chgData name="Alekhya Dabbiru" userId="4ed63fdb51b549a4" providerId="LiveId" clId="{BBAAC6CF-EA77-41D2-990D-F0D40401A5F8}" dt="2025-04-23T05:10:31.731" v="900"/>
          <ac:spMkLst>
            <pc:docMk/>
            <pc:sldMk cId="3147228277" sldId="286"/>
            <ac:spMk id="7" creationId="{D6913430-E037-F4E8-7D1A-73C05B3F3842}"/>
          </ac:spMkLst>
        </pc:spChg>
        <pc:spChg chg="add mod">
          <ac:chgData name="Alekhya Dabbiru" userId="4ed63fdb51b549a4" providerId="LiveId" clId="{BBAAC6CF-EA77-41D2-990D-F0D40401A5F8}" dt="2025-04-23T05:11:20.935" v="902"/>
          <ac:spMkLst>
            <pc:docMk/>
            <pc:sldMk cId="3147228277" sldId="286"/>
            <ac:spMk id="8" creationId="{F26F44CB-82F5-F305-BB51-71833E672026}"/>
          </ac:spMkLst>
        </pc:spChg>
        <pc:picChg chg="add mod">
          <ac:chgData name="Alekhya Dabbiru" userId="4ed63fdb51b549a4" providerId="LiveId" clId="{BBAAC6CF-EA77-41D2-990D-F0D40401A5F8}" dt="2025-04-23T05:12:11.759" v="917" actId="1076"/>
          <ac:picMkLst>
            <pc:docMk/>
            <pc:sldMk cId="3147228277" sldId="286"/>
            <ac:picMk id="6" creationId="{073431F2-4919-2B8A-DA97-42CD55E75ED7}"/>
          </ac:picMkLst>
        </pc:picChg>
      </pc:sldChg>
      <pc:sldChg chg="addSp delSp modSp new mod">
        <pc:chgData name="Alekhya Dabbiru" userId="4ed63fdb51b549a4" providerId="LiveId" clId="{BBAAC6CF-EA77-41D2-990D-F0D40401A5F8}" dt="2025-04-23T07:24:15.773" v="1291" actId="14100"/>
        <pc:sldMkLst>
          <pc:docMk/>
          <pc:sldMk cId="1574809084" sldId="287"/>
        </pc:sldMkLst>
        <pc:spChg chg="mod">
          <ac:chgData name="Alekhya Dabbiru" userId="4ed63fdb51b549a4" providerId="LiveId" clId="{BBAAC6CF-EA77-41D2-990D-F0D40401A5F8}" dt="2025-04-23T07:22:52.088" v="1276"/>
          <ac:spMkLst>
            <pc:docMk/>
            <pc:sldMk cId="1574809084" sldId="287"/>
            <ac:spMk id="2" creationId="{8E5E271C-39B2-2C43-9ED2-999633AAB772}"/>
          </ac:spMkLst>
        </pc:spChg>
        <pc:spChg chg="del">
          <ac:chgData name="Alekhya Dabbiru" userId="4ed63fdb51b549a4" providerId="LiveId" clId="{BBAAC6CF-EA77-41D2-990D-F0D40401A5F8}" dt="2025-04-23T02:32:49.693" v="548"/>
          <ac:spMkLst>
            <pc:docMk/>
            <pc:sldMk cId="1574809084" sldId="287"/>
            <ac:spMk id="3" creationId="{4E69318E-4AB2-5B30-94D1-AA4069B2822E}"/>
          </ac:spMkLst>
        </pc:spChg>
        <pc:spChg chg="add mod">
          <ac:chgData name="Alekhya Dabbiru" userId="4ed63fdb51b549a4" providerId="LiveId" clId="{BBAAC6CF-EA77-41D2-990D-F0D40401A5F8}" dt="2025-04-23T07:24:15.773" v="1291" actId="14100"/>
          <ac:spMkLst>
            <pc:docMk/>
            <pc:sldMk cId="1574809084" sldId="287"/>
            <ac:spMk id="3" creationId="{C5020016-AB72-979F-6749-924FFDEBC298}"/>
          </ac:spMkLst>
        </pc:spChg>
        <pc:spChg chg="add del mod">
          <ac:chgData name="Alekhya Dabbiru" userId="4ed63fdb51b549a4" providerId="LiveId" clId="{BBAAC6CF-EA77-41D2-990D-F0D40401A5F8}" dt="2025-04-23T02:33:11.005" v="549" actId="22"/>
          <ac:spMkLst>
            <pc:docMk/>
            <pc:sldMk cId="1574809084" sldId="287"/>
            <ac:spMk id="4" creationId="{DE19A4F7-131C-6CB6-57E2-08C1A41AF06A}"/>
          </ac:spMkLst>
        </pc:spChg>
        <pc:spChg chg="add del mod">
          <ac:chgData name="Alekhya Dabbiru" userId="4ed63fdb51b549a4" providerId="LiveId" clId="{BBAAC6CF-EA77-41D2-990D-F0D40401A5F8}" dt="2025-04-23T02:34:48.987" v="554" actId="22"/>
          <ac:spMkLst>
            <pc:docMk/>
            <pc:sldMk cId="1574809084" sldId="287"/>
            <ac:spMk id="7" creationId="{82BF41E6-2A88-3CEB-CC45-FF51FEE3778D}"/>
          </ac:spMkLst>
        </pc:spChg>
        <pc:spChg chg="add">
          <ac:chgData name="Alekhya Dabbiru" userId="4ed63fdb51b549a4" providerId="LiveId" clId="{BBAAC6CF-EA77-41D2-990D-F0D40401A5F8}" dt="2025-04-23T02:35:22.686" v="562"/>
          <ac:spMkLst>
            <pc:docMk/>
            <pc:sldMk cId="1574809084" sldId="287"/>
            <ac:spMk id="10" creationId="{8C897EBC-02BB-D0BA-A403-7129CE5B16E8}"/>
          </ac:spMkLst>
        </pc:spChg>
        <pc:picChg chg="add del mod ord">
          <ac:chgData name="Alekhya Dabbiru" userId="4ed63fdb51b549a4" providerId="LiveId" clId="{BBAAC6CF-EA77-41D2-990D-F0D40401A5F8}" dt="2025-04-23T02:34:44.852" v="553" actId="478"/>
          <ac:picMkLst>
            <pc:docMk/>
            <pc:sldMk cId="1574809084" sldId="287"/>
            <ac:picMk id="6" creationId="{BCB04987-4B4A-D44A-6B06-D9DA3682D7CD}"/>
          </ac:picMkLst>
        </pc:picChg>
        <pc:picChg chg="add mod ord">
          <ac:chgData name="Alekhya Dabbiru" userId="4ed63fdb51b549a4" providerId="LiveId" clId="{BBAAC6CF-EA77-41D2-990D-F0D40401A5F8}" dt="2025-04-23T07:24:01.443" v="1289" actId="14100"/>
          <ac:picMkLst>
            <pc:docMk/>
            <pc:sldMk cId="1574809084" sldId="287"/>
            <ac:picMk id="9" creationId="{DED07402-6A38-FABB-C5CB-3DB7FDAD10BF}"/>
          </ac:picMkLst>
        </pc:picChg>
        <pc:picChg chg="add mod modCrop">
          <ac:chgData name="Alekhya Dabbiru" userId="4ed63fdb51b549a4" providerId="LiveId" clId="{BBAAC6CF-EA77-41D2-990D-F0D40401A5F8}" dt="2025-04-23T07:23:56.239" v="1288" actId="1076"/>
          <ac:picMkLst>
            <pc:docMk/>
            <pc:sldMk cId="1574809084" sldId="287"/>
            <ac:picMk id="12" creationId="{49CEAB46-EBA4-F3B4-46BB-260DB21CDD04}"/>
          </ac:picMkLst>
        </pc:picChg>
      </pc:sldChg>
      <pc:sldChg chg="addSp delSp modSp new mod">
        <pc:chgData name="Alekhya Dabbiru" userId="4ed63fdb51b549a4" providerId="LiveId" clId="{BBAAC6CF-EA77-41D2-990D-F0D40401A5F8}" dt="2025-04-23T07:24:58.395" v="1299" actId="14100"/>
        <pc:sldMkLst>
          <pc:docMk/>
          <pc:sldMk cId="2387982030" sldId="288"/>
        </pc:sldMkLst>
        <pc:spChg chg="mod">
          <ac:chgData name="Alekhya Dabbiru" userId="4ed63fdb51b549a4" providerId="LiveId" clId="{BBAAC6CF-EA77-41D2-990D-F0D40401A5F8}" dt="2025-04-23T02:36:28.946" v="582"/>
          <ac:spMkLst>
            <pc:docMk/>
            <pc:sldMk cId="2387982030" sldId="288"/>
            <ac:spMk id="2" creationId="{967A69E8-AB2F-FEFA-B27D-6ECEF92E59AA}"/>
          </ac:spMkLst>
        </pc:spChg>
        <pc:spChg chg="del">
          <ac:chgData name="Alekhya Dabbiru" userId="4ed63fdb51b549a4" providerId="LiveId" clId="{BBAAC6CF-EA77-41D2-990D-F0D40401A5F8}" dt="2025-04-23T02:42:51.185" v="631"/>
          <ac:spMkLst>
            <pc:docMk/>
            <pc:sldMk cId="2387982030" sldId="288"/>
            <ac:spMk id="3" creationId="{0A11976E-3ABA-8C50-CD3E-02181E8B394C}"/>
          </ac:spMkLst>
        </pc:spChg>
        <pc:spChg chg="add del mod">
          <ac:chgData name="Alekhya Dabbiru" userId="4ed63fdb51b549a4" providerId="LiveId" clId="{BBAAC6CF-EA77-41D2-990D-F0D40401A5F8}" dt="2025-04-23T02:53:03.203" v="635" actId="22"/>
          <ac:spMkLst>
            <pc:docMk/>
            <pc:sldMk cId="2387982030" sldId="288"/>
            <ac:spMk id="7" creationId="{00CA6443-C376-9165-0D59-AEEDE7E92986}"/>
          </ac:spMkLst>
        </pc:spChg>
        <pc:picChg chg="add del mod">
          <ac:chgData name="Alekhya Dabbiru" userId="4ed63fdb51b549a4" providerId="LiveId" clId="{BBAAC6CF-EA77-41D2-990D-F0D40401A5F8}" dt="2025-04-23T02:53:01.039" v="634" actId="478"/>
          <ac:picMkLst>
            <pc:docMk/>
            <pc:sldMk cId="2387982030" sldId="288"/>
            <ac:picMk id="5" creationId="{2AF4CDAB-3803-E5B5-6EDA-4615CB1F8C25}"/>
          </ac:picMkLst>
        </pc:picChg>
        <pc:picChg chg="add mod ord">
          <ac:chgData name="Alekhya Dabbiru" userId="4ed63fdb51b549a4" providerId="LiveId" clId="{BBAAC6CF-EA77-41D2-990D-F0D40401A5F8}" dt="2025-04-23T07:24:50.896" v="1297" actId="14100"/>
          <ac:picMkLst>
            <pc:docMk/>
            <pc:sldMk cId="2387982030" sldId="288"/>
            <ac:picMk id="9" creationId="{B97041B0-6511-8E3D-DE70-D68E31761E47}"/>
          </ac:picMkLst>
        </pc:picChg>
        <pc:picChg chg="add mod">
          <ac:chgData name="Alekhya Dabbiru" userId="4ed63fdb51b549a4" providerId="LiveId" clId="{BBAAC6CF-EA77-41D2-990D-F0D40401A5F8}" dt="2025-04-23T07:24:58.395" v="1299" actId="14100"/>
          <ac:picMkLst>
            <pc:docMk/>
            <pc:sldMk cId="2387982030" sldId="288"/>
            <ac:picMk id="11" creationId="{B2763040-844E-A8BA-A1E9-B56D43A6C978}"/>
          </ac:picMkLst>
        </pc:picChg>
      </pc:sldChg>
      <pc:sldChg chg="new del">
        <pc:chgData name="Alekhya Dabbiru" userId="4ed63fdb51b549a4" providerId="LiveId" clId="{BBAAC6CF-EA77-41D2-990D-F0D40401A5F8}" dt="2025-04-23T02:36:55.309" v="587" actId="2696"/>
        <pc:sldMkLst>
          <pc:docMk/>
          <pc:sldMk cId="1909848865" sldId="289"/>
        </pc:sldMkLst>
      </pc:sldChg>
      <pc:sldChg chg="add del">
        <pc:chgData name="Alekhya Dabbiru" userId="4ed63fdb51b549a4" providerId="LiveId" clId="{BBAAC6CF-EA77-41D2-990D-F0D40401A5F8}" dt="2025-04-23T02:37:01.436" v="589" actId="2696"/>
        <pc:sldMkLst>
          <pc:docMk/>
          <pc:sldMk cId="4100552585" sldId="289"/>
        </pc:sldMkLst>
      </pc:sldChg>
      <pc:sldChg chg="addSp delSp modSp new mod">
        <pc:chgData name="Alekhya Dabbiru" userId="4ed63fdb51b549a4" providerId="LiveId" clId="{BBAAC6CF-EA77-41D2-990D-F0D40401A5F8}" dt="2025-04-23T03:27:44.310" v="819" actId="14100"/>
        <pc:sldMkLst>
          <pc:docMk/>
          <pc:sldMk cId="954489854" sldId="290"/>
        </pc:sldMkLst>
        <pc:spChg chg="mod">
          <ac:chgData name="Alekhya Dabbiru" userId="4ed63fdb51b549a4" providerId="LiveId" clId="{BBAAC6CF-EA77-41D2-990D-F0D40401A5F8}" dt="2025-04-23T02:37:54.410" v="611" actId="313"/>
          <ac:spMkLst>
            <pc:docMk/>
            <pc:sldMk cId="954489854" sldId="290"/>
            <ac:spMk id="2" creationId="{B3B3B6F9-D160-0680-39CE-9890222C6A35}"/>
          </ac:spMkLst>
        </pc:spChg>
        <pc:spChg chg="del mod">
          <ac:chgData name="Alekhya Dabbiru" userId="4ed63fdb51b549a4" providerId="LiveId" clId="{BBAAC6CF-EA77-41D2-990D-F0D40401A5F8}" dt="2025-04-23T02:38:33.276" v="612" actId="22"/>
          <ac:spMkLst>
            <pc:docMk/>
            <pc:sldMk cId="954489854" sldId="290"/>
            <ac:spMk id="3" creationId="{D7F29FBC-4E65-F253-867C-657B7B4858CA}"/>
          </ac:spMkLst>
        </pc:spChg>
        <pc:spChg chg="add mod">
          <ac:chgData name="Alekhya Dabbiru" userId="4ed63fdb51b549a4" providerId="LiveId" clId="{BBAAC6CF-EA77-41D2-990D-F0D40401A5F8}" dt="2025-04-23T03:25:18.378" v="811" actId="1076"/>
          <ac:spMkLst>
            <pc:docMk/>
            <pc:sldMk cId="954489854" sldId="290"/>
            <ac:spMk id="7" creationId="{2173BD76-ACDF-93C9-549D-BB8431778CF6}"/>
          </ac:spMkLst>
        </pc:spChg>
        <pc:picChg chg="add mod ord">
          <ac:chgData name="Alekhya Dabbiru" userId="4ed63fdb51b549a4" providerId="LiveId" clId="{BBAAC6CF-EA77-41D2-990D-F0D40401A5F8}" dt="2025-04-23T03:27:44.310" v="819" actId="14100"/>
          <ac:picMkLst>
            <pc:docMk/>
            <pc:sldMk cId="954489854" sldId="290"/>
            <ac:picMk id="5" creationId="{65B01CC1-CAC7-B537-9537-3F027727949C}"/>
          </ac:picMkLst>
        </pc:picChg>
      </pc:sldChg>
      <pc:sldChg chg="addSp delSp modSp new mod">
        <pc:chgData name="Alekhya Dabbiru" userId="4ed63fdb51b549a4" providerId="LiveId" clId="{BBAAC6CF-EA77-41D2-990D-F0D40401A5F8}" dt="2025-04-23T06:35:10.135" v="1075" actId="14100"/>
        <pc:sldMkLst>
          <pc:docMk/>
          <pc:sldMk cId="3524503605" sldId="291"/>
        </pc:sldMkLst>
        <pc:spChg chg="mod">
          <ac:chgData name="Alekhya Dabbiru" userId="4ed63fdb51b549a4" providerId="LiveId" clId="{BBAAC6CF-EA77-41D2-990D-F0D40401A5F8}" dt="2025-04-23T02:39:23.678" v="624" actId="27636"/>
          <ac:spMkLst>
            <pc:docMk/>
            <pc:sldMk cId="3524503605" sldId="291"/>
            <ac:spMk id="2" creationId="{01C9AB22-2710-6BBF-7A61-3561D3E7AA45}"/>
          </ac:spMkLst>
        </pc:spChg>
        <pc:spChg chg="del">
          <ac:chgData name="Alekhya Dabbiru" userId="4ed63fdb51b549a4" providerId="LiveId" clId="{BBAAC6CF-EA77-41D2-990D-F0D40401A5F8}" dt="2025-04-23T02:39:45.869" v="625" actId="22"/>
          <ac:spMkLst>
            <pc:docMk/>
            <pc:sldMk cId="3524503605" sldId="291"/>
            <ac:spMk id="3" creationId="{DE9189EA-CFBB-CB5F-6E30-E8F0A8C0CB72}"/>
          </ac:spMkLst>
        </pc:spChg>
        <pc:spChg chg="add mod">
          <ac:chgData name="Alekhya Dabbiru" userId="4ed63fdb51b549a4" providerId="LiveId" clId="{BBAAC6CF-EA77-41D2-990D-F0D40401A5F8}" dt="2025-04-23T02:40:02.331" v="629" actId="1076"/>
          <ac:spMkLst>
            <pc:docMk/>
            <pc:sldMk cId="3524503605" sldId="291"/>
            <ac:spMk id="7" creationId="{4CF49FB1-4834-DBD6-EFDC-EE7F0944005A}"/>
          </ac:spMkLst>
        </pc:spChg>
        <pc:spChg chg="add mod">
          <ac:chgData name="Alekhya Dabbiru" userId="4ed63fdb51b549a4" providerId="LiveId" clId="{BBAAC6CF-EA77-41D2-990D-F0D40401A5F8}" dt="2025-04-23T03:25:01.687" v="807" actId="1076"/>
          <ac:spMkLst>
            <pc:docMk/>
            <pc:sldMk cId="3524503605" sldId="291"/>
            <ac:spMk id="11" creationId="{6FC9E04B-9E2F-0B37-A2AB-475218171176}"/>
          </ac:spMkLst>
        </pc:spChg>
        <pc:picChg chg="add mod ord">
          <ac:chgData name="Alekhya Dabbiru" userId="4ed63fdb51b549a4" providerId="LiveId" clId="{BBAAC6CF-EA77-41D2-990D-F0D40401A5F8}" dt="2025-04-23T03:24:24.668" v="798" actId="14100"/>
          <ac:picMkLst>
            <pc:docMk/>
            <pc:sldMk cId="3524503605" sldId="291"/>
            <ac:picMk id="5" creationId="{38E49D5A-5DFA-F59B-E2D7-3588D114FA36}"/>
          </ac:picMkLst>
        </pc:picChg>
        <pc:picChg chg="add mod">
          <ac:chgData name="Alekhya Dabbiru" userId="4ed63fdb51b549a4" providerId="LiveId" clId="{BBAAC6CF-EA77-41D2-990D-F0D40401A5F8}" dt="2025-04-23T06:35:10.135" v="1075" actId="14100"/>
          <ac:picMkLst>
            <pc:docMk/>
            <pc:sldMk cId="3524503605" sldId="291"/>
            <ac:picMk id="9" creationId="{9D289043-D83F-10CE-F9BF-9DA92DA25E4A}"/>
          </ac:picMkLst>
        </pc:picChg>
      </pc:sldChg>
      <pc:sldChg chg="modSp new mod">
        <pc:chgData name="Alekhya Dabbiru" userId="4ed63fdb51b549a4" providerId="LiveId" clId="{BBAAC6CF-EA77-41D2-990D-F0D40401A5F8}" dt="2025-04-23T06:56:54.923" v="1184" actId="1076"/>
        <pc:sldMkLst>
          <pc:docMk/>
          <pc:sldMk cId="832169766" sldId="292"/>
        </pc:sldMkLst>
        <pc:spChg chg="mod">
          <ac:chgData name="Alekhya Dabbiru" userId="4ed63fdb51b549a4" providerId="LiveId" clId="{BBAAC6CF-EA77-41D2-990D-F0D40401A5F8}" dt="2025-04-23T06:56:50.667" v="1183" actId="1076"/>
          <ac:spMkLst>
            <pc:docMk/>
            <pc:sldMk cId="832169766" sldId="292"/>
            <ac:spMk id="2" creationId="{A3098A82-409C-4B23-0439-EF76420BC529}"/>
          </ac:spMkLst>
        </pc:spChg>
        <pc:spChg chg="mod">
          <ac:chgData name="Alekhya Dabbiru" userId="4ed63fdb51b549a4" providerId="LiveId" clId="{BBAAC6CF-EA77-41D2-990D-F0D40401A5F8}" dt="2025-04-23T06:56:54.923" v="1184" actId="1076"/>
          <ac:spMkLst>
            <pc:docMk/>
            <pc:sldMk cId="832169766" sldId="292"/>
            <ac:spMk id="3" creationId="{2EE6A529-FC72-959E-04F7-975CC29AE599}"/>
          </ac:spMkLst>
        </pc:spChg>
      </pc:sldChg>
    </pc:docChg>
  </pc:docChgLst>
</pc:chgInfo>
</file>

<file path=ppt/comments/comment1.xml><?xml version="1.0" encoding="utf-8"?>
<p:cmLst xmlns:a="http://schemas.openxmlformats.org/drawingml/2006/main" xmlns:r="http://schemas.openxmlformats.org/officeDocument/2006/relationships" xmlns:p="http://schemas.openxmlformats.org/presentationml/2006/main">
  <p:cm authorId="1" dt="2025-04-21T20:16:48.352" idx="1">
    <p:pos x="7543" y="1407"/>
    <p:text/>
    <p:extLst>
      <p:ext uri="{C676402C-5697-4E1C-873F-D02D1690AC5C}">
        <p15:threadingInfo xmlns:p15="http://schemas.microsoft.com/office/powerpoint/2012/main" timeZoneBias="420"/>
      </p:ext>
    </p:extLst>
  </p:cm>
  <p:cm authorId="1" dt="2025-04-22T22:29:21.643" idx="2">
    <p:pos x="7430" y="1299"/>
    <p:text/>
    <p:extLst>
      <p:ext uri="{C676402C-5697-4E1C-873F-D02D1690AC5C}">
        <p15:threadingInfo xmlns:p15="http://schemas.microsoft.com/office/powerpoint/2012/main" timeZoneBias="420"/>
      </p:ext>
    </p:extLst>
  </p:cm>
</p: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CA"/>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3D71C1E-C377-4E56-A120-FC7DE2826E61}" type="datetimeFigureOut">
              <a:rPr lang="en-CA" smtClean="0"/>
              <a:t>2025-04-23</a:t>
            </a:fld>
            <a:endParaRPr lang="en-CA"/>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CA"/>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CA"/>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CA"/>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B4F2F14B-79A8-4138-9DB3-5EB0B0C1A528}" type="slidenum">
              <a:rPr lang="en-CA" smtClean="0"/>
              <a:t>‹#›</a:t>
            </a:fld>
            <a:endParaRPr lang="en-CA"/>
          </a:p>
        </p:txBody>
      </p:sp>
    </p:spTree>
    <p:extLst>
      <p:ext uri="{BB962C8B-B14F-4D97-AF65-F5344CB8AC3E}">
        <p14:creationId xmlns:p14="http://schemas.microsoft.com/office/powerpoint/2010/main" val="368057260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dirty="0"/>
          </a:p>
        </p:txBody>
      </p:sp>
      <p:sp>
        <p:nvSpPr>
          <p:cNvPr id="4" name="Slide Number Placeholder 3"/>
          <p:cNvSpPr>
            <a:spLocks noGrp="1"/>
          </p:cNvSpPr>
          <p:nvPr>
            <p:ph type="sldNum" sz="quarter" idx="5"/>
          </p:nvPr>
        </p:nvSpPr>
        <p:spPr/>
        <p:txBody>
          <a:bodyPr/>
          <a:lstStyle/>
          <a:p>
            <a:fld id="{B4F2F14B-79A8-4138-9DB3-5EB0B0C1A528}" type="slidenum">
              <a:rPr lang="en-CA" smtClean="0"/>
              <a:t>13</a:t>
            </a:fld>
            <a:endParaRPr lang="en-CA"/>
          </a:p>
        </p:txBody>
      </p:sp>
    </p:spTree>
    <p:extLst>
      <p:ext uri="{BB962C8B-B14F-4D97-AF65-F5344CB8AC3E}">
        <p14:creationId xmlns:p14="http://schemas.microsoft.com/office/powerpoint/2010/main" val="244692614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95269" y="1122363"/>
            <a:ext cx="9001462" cy="2387600"/>
          </a:xfrm>
        </p:spPr>
        <p:txBody>
          <a:bodyPr anchor="b">
            <a:normAutofit/>
          </a:bodyPr>
          <a:lstStyle>
            <a:lvl1pPr algn="ctr">
              <a:defRPr sz="4800"/>
            </a:lvl1pPr>
          </a:lstStyle>
          <a:p>
            <a:r>
              <a:rPr lang="en-US"/>
              <a:t>Click to edit Master title style</a:t>
            </a:r>
            <a:endParaRPr lang="en-US" dirty="0"/>
          </a:p>
        </p:txBody>
      </p:sp>
      <p:sp>
        <p:nvSpPr>
          <p:cNvPr id="3" name="Subtitle 2"/>
          <p:cNvSpPr>
            <a:spLocks noGrp="1"/>
          </p:cNvSpPr>
          <p:nvPr>
            <p:ph type="subTitle" idx="1"/>
          </p:nvPr>
        </p:nvSpPr>
        <p:spPr>
          <a:xfrm>
            <a:off x="1595269" y="3602038"/>
            <a:ext cx="9001462"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p:cNvSpPr>
            <a:spLocks noGrp="1"/>
          </p:cNvSpPr>
          <p:nvPr>
            <p:ph type="dt" sz="half" idx="10"/>
          </p:nvPr>
        </p:nvSpPr>
        <p:spPr/>
        <p:txBody>
          <a:bodyPr/>
          <a:lstStyle/>
          <a:p>
            <a:fld id="{2985D200-5BF5-4B7B-BEDC-6B6BDA20E0D3}" type="datetimeFigureOut">
              <a:rPr lang="en-CA" smtClean="0"/>
              <a:t>2025-04-23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4024557219"/>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85D200-5BF5-4B7B-BEDC-6B6BDA20E0D3}" type="datetimeFigureOut">
              <a:rPr lang="en-CA" smtClean="0"/>
              <a:t>2025-04-23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352844297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1229244" y="657226"/>
            <a:ext cx="9733512" cy="2852737"/>
          </a:xfrm>
        </p:spPr>
        <p:txBody>
          <a:bodyPr anchor="b">
            <a:normAutofit/>
          </a:bodyPr>
          <a:lstStyle>
            <a:lvl1pPr>
              <a:defRPr sz="3400"/>
            </a:lvl1pPr>
          </a:lstStyle>
          <a:p>
            <a:r>
              <a:rPr lang="en-US"/>
              <a:t>Click to edit Master title style</a:t>
            </a:r>
            <a:endParaRPr lang="en-US" dirty="0"/>
          </a:p>
        </p:txBody>
      </p:sp>
      <p:sp>
        <p:nvSpPr>
          <p:cNvPr id="3" name="Text Placeholder 2"/>
          <p:cNvSpPr>
            <a:spLocks noGrp="1"/>
          </p:cNvSpPr>
          <p:nvPr>
            <p:ph type="body" idx="1"/>
          </p:nvPr>
        </p:nvSpPr>
        <p:spPr>
          <a:xfrm>
            <a:off x="1229244" y="3602038"/>
            <a:ext cx="9733512" cy="1500187"/>
          </a:xfrm>
        </p:spPr>
        <p:txBody>
          <a:bodyPr/>
          <a:lstStyle>
            <a:lvl1pPr marL="0" indent="0" algn="ctr">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2985D200-5BF5-4B7B-BEDC-6B6BDA20E0D3}" type="datetimeFigureOut">
              <a:rPr lang="en-CA" smtClean="0"/>
              <a:t>2025-04-23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345302533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6321"/>
          </a:xfrm>
        </p:spPr>
        <p:txBody>
          <a:bodyPr/>
          <a:lstStyle/>
          <a:p>
            <a:r>
              <a:rPr lang="en-US"/>
              <a:t>Click to edit Master title style</a:t>
            </a:r>
            <a:endParaRPr lang="en-US" dirty="0"/>
          </a:p>
        </p:txBody>
      </p:sp>
      <p:sp>
        <p:nvSpPr>
          <p:cNvPr id="3" name="Content Placeholder 2"/>
          <p:cNvSpPr>
            <a:spLocks noGrp="1"/>
          </p:cNvSpPr>
          <p:nvPr>
            <p:ph sz="half" idx="1"/>
          </p:nvPr>
        </p:nvSpPr>
        <p:spPr>
          <a:xfrm>
            <a:off x="913795" y="2088319"/>
            <a:ext cx="510600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p:cNvSpPr>
            <a:spLocks noGrp="1"/>
          </p:cNvSpPr>
          <p:nvPr>
            <p:ph sz="half" idx="2"/>
          </p:nvPr>
        </p:nvSpPr>
        <p:spPr>
          <a:xfrm>
            <a:off x="6173403" y="2088319"/>
            <a:ext cx="5094154" cy="370288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Date Placeholder 4"/>
          <p:cNvSpPr>
            <a:spLocks noGrp="1"/>
          </p:cNvSpPr>
          <p:nvPr>
            <p:ph type="dt" sz="half" idx="10"/>
          </p:nvPr>
        </p:nvSpPr>
        <p:spPr/>
        <p:txBody>
          <a:bodyPr/>
          <a:lstStyle/>
          <a:p>
            <a:fld id="{2985D200-5BF5-4B7B-BEDC-6B6BDA20E0D3}" type="datetimeFigureOut">
              <a:rPr lang="en-CA" smtClean="0"/>
              <a:t>2025-04-23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3288312494"/>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1" cy="1325563"/>
          </a:xfrm>
        </p:spPr>
        <p:txBody>
          <a:bodyPr/>
          <a:lstStyle/>
          <a:p>
            <a:r>
              <a:rPr lang="en-US"/>
              <a:t>Click to edit Master title style</a:t>
            </a:r>
            <a:endParaRPr lang="en-US" dirty="0"/>
          </a:p>
        </p:txBody>
      </p:sp>
      <p:sp>
        <p:nvSpPr>
          <p:cNvPr id="3" name="Text Placeholder 2"/>
          <p:cNvSpPr>
            <a:spLocks noGrp="1"/>
          </p:cNvSpPr>
          <p:nvPr>
            <p:ph type="body" idx="1"/>
          </p:nvPr>
        </p:nvSpPr>
        <p:spPr>
          <a:xfrm>
            <a:off x="1141804" y="2088320"/>
            <a:ext cx="4879199"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913795" y="2912232"/>
            <a:ext cx="5107208"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p:cNvSpPr>
            <a:spLocks noGrp="1"/>
          </p:cNvSpPr>
          <p:nvPr>
            <p:ph type="body" sz="quarter" idx="3"/>
          </p:nvPr>
        </p:nvSpPr>
        <p:spPr>
          <a:xfrm>
            <a:off x="6402003" y="2088320"/>
            <a:ext cx="4865554" cy="823912"/>
          </a:xfrm>
        </p:spPr>
        <p:txBody>
          <a:bodyPr anchor="b"/>
          <a:lstStyle>
            <a:lvl1pPr marL="0" indent="0">
              <a:lnSpc>
                <a:spcPct val="100000"/>
              </a:lnSpc>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912232"/>
            <a:ext cx="5095357" cy="287896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7" name="Date Placeholder 6"/>
          <p:cNvSpPr>
            <a:spLocks noGrp="1"/>
          </p:cNvSpPr>
          <p:nvPr>
            <p:ph type="dt" sz="half" idx="10"/>
          </p:nvPr>
        </p:nvSpPr>
        <p:spPr/>
        <p:txBody>
          <a:bodyPr/>
          <a:lstStyle/>
          <a:p>
            <a:fld id="{2985D200-5BF5-4B7B-BEDC-6B6BDA20E0D3}" type="datetimeFigureOut">
              <a:rPr lang="en-CA" smtClean="0"/>
              <a:t>2025-04-23</a:t>
            </a:fld>
            <a:endParaRPr lang="en-CA"/>
          </a:p>
        </p:txBody>
      </p:sp>
      <p:sp>
        <p:nvSpPr>
          <p:cNvPr id="8" name="Footer Placeholder 7"/>
          <p:cNvSpPr>
            <a:spLocks noGrp="1"/>
          </p:cNvSpPr>
          <p:nvPr>
            <p:ph type="ftr" sz="quarter" idx="11"/>
          </p:nvPr>
        </p:nvSpPr>
        <p:spPr/>
        <p:txBody>
          <a:bodyPr/>
          <a:lstStyle/>
          <a:p>
            <a:endParaRPr lang="en-CA"/>
          </a:p>
        </p:txBody>
      </p:sp>
      <p:sp>
        <p:nvSpPr>
          <p:cNvPr id="9" name="Slide Number Placeholder 8"/>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101649343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Date Placeholder 2"/>
          <p:cNvSpPr>
            <a:spLocks noGrp="1"/>
          </p:cNvSpPr>
          <p:nvPr>
            <p:ph type="dt" sz="half" idx="10"/>
          </p:nvPr>
        </p:nvSpPr>
        <p:spPr/>
        <p:txBody>
          <a:bodyPr/>
          <a:lstStyle/>
          <a:p>
            <a:fld id="{2985D200-5BF5-4B7B-BEDC-6B6BDA20E0D3}" type="datetimeFigureOut">
              <a:rPr lang="en-CA" smtClean="0"/>
              <a:t>2025-04-23</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2956447174"/>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2985D200-5BF5-4B7B-BEDC-6B6BDA20E0D3}" type="datetimeFigureOut">
              <a:rPr lang="en-CA" smtClean="0"/>
              <a:t>2025-04-23</a:t>
            </a:fld>
            <a:endParaRPr lang="en-CA"/>
          </a:p>
        </p:txBody>
      </p:sp>
      <p:sp>
        <p:nvSpPr>
          <p:cNvPr id="3" name="Footer Placeholder 2"/>
          <p:cNvSpPr>
            <a:spLocks noGrp="1"/>
          </p:cNvSpPr>
          <p:nvPr>
            <p:ph type="ftr" sz="quarter" idx="11"/>
          </p:nvPr>
        </p:nvSpPr>
        <p:spPr/>
        <p:txBody>
          <a:bodyPr/>
          <a:lstStyle/>
          <a:p>
            <a:endParaRPr lang="en-CA"/>
          </a:p>
        </p:txBody>
      </p:sp>
      <p:sp>
        <p:nvSpPr>
          <p:cNvPr id="4" name="Slide Number Placeholder 3"/>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1320148550"/>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8" y="609600"/>
            <a:ext cx="3932237" cy="2362200"/>
          </a:xfrm>
        </p:spPr>
        <p:txBody>
          <a:bodyPr anchor="b">
            <a:normAutofit/>
          </a:bodyPr>
          <a:lstStyle>
            <a:lvl1pPr>
              <a:defRPr sz="2800"/>
            </a:lvl1pPr>
          </a:lstStyle>
          <a:p>
            <a:r>
              <a:rPr lang="en-US"/>
              <a:t>Click to edit Master title style</a:t>
            </a:r>
            <a:endParaRPr lang="en-US" dirty="0"/>
          </a:p>
        </p:txBody>
      </p:sp>
      <p:sp>
        <p:nvSpPr>
          <p:cNvPr id="3" name="Content Placeholder 2"/>
          <p:cNvSpPr>
            <a:spLocks noGrp="1"/>
          </p:cNvSpPr>
          <p:nvPr>
            <p:ph idx="1"/>
          </p:nvPr>
        </p:nvSpPr>
        <p:spPr>
          <a:xfrm>
            <a:off x="5078064" y="609600"/>
            <a:ext cx="6189492" cy="5181600"/>
          </a:xfrm>
        </p:spPr>
        <p:txBody>
          <a:bodyPr anchor="ct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p:cNvSpPr>
            <a:spLocks noGrp="1"/>
          </p:cNvSpPr>
          <p:nvPr>
            <p:ph type="body" sz="half" idx="2"/>
          </p:nvPr>
        </p:nvSpPr>
        <p:spPr>
          <a:xfrm>
            <a:off x="917228" y="2971800"/>
            <a:ext cx="3932237" cy="2819399"/>
          </a:xfrm>
        </p:spPr>
        <p:txBody>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85D200-5BF5-4B7B-BEDC-6B6BDA20E0D3}" type="datetimeFigureOut">
              <a:rPr lang="en-CA" smtClean="0"/>
              <a:t>2025-04-23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93678141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7227" y="609600"/>
            <a:ext cx="5929773" cy="2362200"/>
          </a:xfrm>
        </p:spPr>
        <p:txBody>
          <a:bodyPr anchor="b">
            <a:normAutofit/>
          </a:bodyPr>
          <a:lstStyle>
            <a:lvl1pPr>
              <a:defRPr sz="3200"/>
            </a:lvl1pPr>
          </a:lstStyle>
          <a:p>
            <a:r>
              <a:rPr lang="en-US"/>
              <a:t>Click to edit Master title style</a:t>
            </a:r>
            <a:endParaRPr lang="en-US" dirty="0"/>
          </a:p>
        </p:txBody>
      </p:sp>
      <p:sp>
        <p:nvSpPr>
          <p:cNvPr id="3" name="Picture Placeholder 2"/>
          <p:cNvSpPr>
            <a:spLocks noGrp="1" noChangeAspect="1"/>
          </p:cNvSpPr>
          <p:nvPr>
            <p:ph type="pic" idx="1"/>
          </p:nvPr>
        </p:nvSpPr>
        <p:spPr>
          <a:xfrm>
            <a:off x="7424804" y="758881"/>
            <a:ext cx="3255356" cy="4883038"/>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4" y="2971800"/>
            <a:ext cx="5934950" cy="2819400"/>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85D200-5BF5-4B7B-BEDC-6B6BDA20E0D3}" type="datetimeFigureOut">
              <a:rPr lang="en-CA" smtClean="0"/>
              <a:t>2025-04-23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722231792"/>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Panoramic 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913806" y="4289372"/>
            <a:ext cx="10367564" cy="819355"/>
          </a:xfrm>
        </p:spPr>
        <p:txBody>
          <a:bodyPr anchor="b">
            <a:normAutofit/>
          </a:bodyPr>
          <a:lstStyle>
            <a:lvl1pPr>
              <a:defRPr sz="2800"/>
            </a:lvl1pPr>
          </a:lstStyle>
          <a:p>
            <a:r>
              <a:rPr lang="en-US"/>
              <a:t>Click to edit Master title style</a:t>
            </a:r>
            <a:endParaRPr lang="en-US" dirty="0"/>
          </a:p>
        </p:txBody>
      </p:sp>
      <p:sp>
        <p:nvSpPr>
          <p:cNvPr id="3" name="Picture Placeholder 2"/>
          <p:cNvSpPr>
            <a:spLocks noGrp="1" noChangeAspect="1"/>
          </p:cNvSpPr>
          <p:nvPr>
            <p:ph type="pic" idx="1"/>
          </p:nvPr>
        </p:nvSpPr>
        <p:spPr>
          <a:xfrm>
            <a:off x="913806" y="621321"/>
            <a:ext cx="10367564" cy="3379735"/>
          </a:xfrm>
          <a:noFill/>
          <a:ln w="19050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lstStyle>
            <a:lvl1pPr marL="0" indent="0" algn="ctr">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endParaRPr lang="en-US" dirty="0"/>
          </a:p>
        </p:txBody>
      </p:sp>
      <p:sp>
        <p:nvSpPr>
          <p:cNvPr id="4" name="Text Placeholder 3"/>
          <p:cNvSpPr>
            <a:spLocks noGrp="1"/>
          </p:cNvSpPr>
          <p:nvPr>
            <p:ph type="body" sz="half" idx="2"/>
          </p:nvPr>
        </p:nvSpPr>
        <p:spPr>
          <a:xfrm>
            <a:off x="913795" y="5108728"/>
            <a:ext cx="10365998" cy="682472"/>
          </a:xfrm>
        </p:spPr>
        <p:txBody>
          <a:bodyPr>
            <a:normAutofit/>
          </a:bodyPr>
          <a:lstStyle>
            <a:lvl1pPr marL="0" indent="0" algn="ctr">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85D200-5BF5-4B7B-BEDC-6B6BDA20E0D3}" type="datetimeFigureOut">
              <a:rPr lang="en-CA" smtClean="0"/>
              <a:t>2025-04-23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2462995368"/>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Title and Caption">
    <p:spTree>
      <p:nvGrpSpPr>
        <p:cNvPr id="1" name=""/>
        <p:cNvGrpSpPr/>
        <p:nvPr/>
      </p:nvGrpSpPr>
      <p:grpSpPr>
        <a:xfrm>
          <a:off x="0" y="0"/>
          <a:ext cx="0" cy="0"/>
          <a:chOff x="0" y="0"/>
          <a:chExt cx="0" cy="0"/>
        </a:xfrm>
      </p:grpSpPr>
      <p:sp>
        <p:nvSpPr>
          <p:cNvPr id="2" name="Title 1"/>
          <p:cNvSpPr>
            <a:spLocks noGrp="1"/>
          </p:cNvSpPr>
          <p:nvPr>
            <p:ph type="title"/>
          </p:nvPr>
        </p:nvSpPr>
        <p:spPr>
          <a:xfrm>
            <a:off x="913795" y="609600"/>
            <a:ext cx="10353762" cy="3424859"/>
          </a:xfrm>
        </p:spPr>
        <p:txBody>
          <a:bodyPr anchor="ctr"/>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5" y="4204820"/>
            <a:ext cx="10353761" cy="1592186"/>
          </a:xfrm>
        </p:spPr>
        <p:txBody>
          <a:bodyPr anchor="ct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85D200-5BF5-4B7B-BEDC-6B6BDA20E0D3}" type="datetimeFigureOut">
              <a:rPr lang="en-CA" smtClean="0"/>
              <a:t>2025-04-23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73887829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Quot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446212" y="609600"/>
            <a:ext cx="9302752" cy="2992904"/>
          </a:xfrm>
        </p:spPr>
        <p:txBody>
          <a:bodyPr anchor="ctr"/>
          <a:lstStyle>
            <a:lvl1pPr>
              <a:defRPr sz="3200"/>
            </a:lvl1pPr>
          </a:lstStyle>
          <a:p>
            <a:r>
              <a:rPr lang="en-US"/>
              <a:t>Click to edit Master title style</a:t>
            </a:r>
            <a:endParaRPr lang="en-US" dirty="0"/>
          </a:p>
        </p:txBody>
      </p:sp>
      <p:sp>
        <p:nvSpPr>
          <p:cNvPr id="12" name="Text Placeholder 3"/>
          <p:cNvSpPr>
            <a:spLocks noGrp="1"/>
          </p:cNvSpPr>
          <p:nvPr>
            <p:ph type="body" sz="half" idx="13"/>
          </p:nvPr>
        </p:nvSpPr>
        <p:spPr>
          <a:xfrm>
            <a:off x="1720644" y="3610032"/>
            <a:ext cx="8752299" cy="426812"/>
          </a:xfrm>
        </p:spPr>
        <p:txBody>
          <a:bodyPr anchor="t">
            <a:normAutofit/>
          </a:bodyPr>
          <a:lstStyle>
            <a:lvl1pPr marL="0" indent="0" algn="r">
              <a:buNone/>
              <a:defRPr sz="14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4" name="Text Placeholder 3"/>
          <p:cNvSpPr>
            <a:spLocks noGrp="1"/>
          </p:cNvSpPr>
          <p:nvPr>
            <p:ph type="body" sz="half" idx="2"/>
          </p:nvPr>
        </p:nvSpPr>
        <p:spPr>
          <a:xfrm>
            <a:off x="913794" y="4204821"/>
            <a:ext cx="10353762" cy="1586380"/>
          </a:xfrm>
        </p:spPr>
        <p:txBody>
          <a:bodyPr anchor="ctr">
            <a:normAutofit/>
          </a:bodyPr>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85D200-5BF5-4B7B-BEDC-6B6BDA20E0D3}" type="datetimeFigureOut">
              <a:rPr lang="en-CA" smtClean="0"/>
              <a:t>2025-04-23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ED2A160-EBE4-4557-851D-3C1227554FD9}" type="slidenum">
              <a:rPr lang="en-CA" smtClean="0"/>
              <a:t>‹#›</a:t>
            </a:fld>
            <a:endParaRPr lang="en-CA"/>
          </a:p>
        </p:txBody>
      </p:sp>
      <p:sp>
        <p:nvSpPr>
          <p:cNvPr id="11" name="TextBox 10"/>
          <p:cNvSpPr txBox="1"/>
          <p:nvPr/>
        </p:nvSpPr>
        <p:spPr>
          <a:xfrm>
            <a:off x="836612" y="735241"/>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r>
              <a:rPr lang="en-US" sz="8000" dirty="0">
                <a:solidFill>
                  <a:schemeClr val="tx1"/>
                </a:solidFill>
                <a:effectLst/>
              </a:rPr>
              <a:t>“</a:t>
            </a:r>
          </a:p>
        </p:txBody>
      </p:sp>
      <p:sp>
        <p:nvSpPr>
          <p:cNvPr id="13" name="TextBox 12"/>
          <p:cNvSpPr txBox="1"/>
          <p:nvPr/>
        </p:nvSpPr>
        <p:spPr>
          <a:xfrm>
            <a:off x="10657956" y="2972093"/>
            <a:ext cx="609600" cy="584776"/>
          </a:xfrm>
          <a:prstGeom prst="rect">
            <a:avLst/>
          </a:prstGeom>
        </p:spPr>
        <p:txBody>
          <a:bodyPr vert="horz" lIns="91440" tIns="45720" rIns="91440" bIns="45720" rtlCol="0" anchor="ctr">
            <a:noAutofit/>
          </a:bodyPr>
          <a:lstStyle>
            <a:lvl1pPr>
              <a:spcBef>
                <a:spcPct val="0"/>
              </a:spcBef>
              <a:buNone/>
              <a:defRPr sz="3200" b="0" cap="all">
                <a:ln w="3175" cmpd="sng">
                  <a:noFill/>
                </a:ln>
                <a:effectLst>
                  <a:glow rad="38100">
                    <a:schemeClr val="bg1">
                      <a:lumMod val="65000"/>
                      <a:lumOff val="35000"/>
                      <a:alpha val="40000"/>
                    </a:schemeClr>
                  </a:glow>
                  <a:outerShdw blurRad="28575" dist="38100" dir="14040000" algn="tl" rotWithShape="0">
                    <a:srgbClr val="000000">
                      <a:alpha val="25000"/>
                    </a:srgbClr>
                  </a:outerShdw>
                </a:effectLst>
              </a:defRPr>
            </a:lvl1pPr>
            <a:lvl2pPr>
              <a:defRPr>
                <a:solidFill>
                  <a:schemeClr val="tx2"/>
                </a:solidFill>
              </a:defRPr>
            </a:lvl2pPr>
            <a:lvl3pPr>
              <a:defRPr>
                <a:solidFill>
                  <a:schemeClr val="tx2"/>
                </a:solidFill>
              </a:defRPr>
            </a:lvl3pPr>
            <a:lvl4pPr>
              <a:defRPr>
                <a:solidFill>
                  <a:schemeClr val="tx2"/>
                </a:solidFill>
              </a:defRPr>
            </a:lvl4pPr>
            <a:lvl5pPr>
              <a:defRPr>
                <a:solidFill>
                  <a:schemeClr val="tx2"/>
                </a:solidFill>
              </a:defRPr>
            </a:lvl5pPr>
            <a:lvl6pPr>
              <a:defRPr>
                <a:solidFill>
                  <a:schemeClr val="tx2"/>
                </a:solidFill>
              </a:defRPr>
            </a:lvl6pPr>
            <a:lvl7pPr>
              <a:defRPr>
                <a:solidFill>
                  <a:schemeClr val="tx2"/>
                </a:solidFill>
              </a:defRPr>
            </a:lvl7pPr>
            <a:lvl8pPr>
              <a:defRPr>
                <a:solidFill>
                  <a:schemeClr val="tx2"/>
                </a:solidFill>
              </a:defRPr>
            </a:lvl8pPr>
            <a:lvl9pPr>
              <a:defRPr>
                <a:solidFill>
                  <a:schemeClr val="tx2"/>
                </a:solidFill>
              </a:defRPr>
            </a:lvl9pPr>
          </a:lstStyle>
          <a:p>
            <a:pPr lvl="0" algn="r"/>
            <a:r>
              <a:rPr lang="en-US" sz="8000" dirty="0">
                <a:solidFill>
                  <a:schemeClr val="tx1"/>
                </a:solidFill>
                <a:effectLst/>
              </a:rPr>
              <a:t>”</a:t>
            </a:r>
          </a:p>
        </p:txBody>
      </p:sp>
    </p:spTree>
    <p:extLst>
      <p:ext uri="{BB962C8B-B14F-4D97-AF65-F5344CB8AC3E}">
        <p14:creationId xmlns:p14="http://schemas.microsoft.com/office/powerpoint/2010/main" val="293704559"/>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Name Card">
    <p:spTree>
      <p:nvGrpSpPr>
        <p:cNvPr id="1" name=""/>
        <p:cNvGrpSpPr/>
        <p:nvPr/>
      </p:nvGrpSpPr>
      <p:grpSpPr>
        <a:xfrm>
          <a:off x="0" y="0"/>
          <a:ext cx="0" cy="0"/>
          <a:chOff x="0" y="0"/>
          <a:chExt cx="0" cy="0"/>
        </a:xfrm>
      </p:grpSpPr>
      <p:sp>
        <p:nvSpPr>
          <p:cNvPr id="2" name="Title 1"/>
          <p:cNvSpPr>
            <a:spLocks noGrp="1"/>
          </p:cNvSpPr>
          <p:nvPr>
            <p:ph type="title"/>
          </p:nvPr>
        </p:nvSpPr>
        <p:spPr>
          <a:xfrm>
            <a:off x="913806" y="2126942"/>
            <a:ext cx="10355327" cy="2511835"/>
          </a:xfrm>
        </p:spPr>
        <p:txBody>
          <a:bodyPr anchor="b"/>
          <a:lstStyle>
            <a:lvl1pPr>
              <a:defRPr sz="3200"/>
            </a:lvl1pPr>
          </a:lstStyle>
          <a:p>
            <a:r>
              <a:rPr lang="en-US"/>
              <a:t>Click to edit Master title style</a:t>
            </a:r>
            <a:endParaRPr lang="en-US" dirty="0"/>
          </a:p>
        </p:txBody>
      </p:sp>
      <p:sp>
        <p:nvSpPr>
          <p:cNvPr id="4" name="Text Placeholder 3"/>
          <p:cNvSpPr>
            <a:spLocks noGrp="1"/>
          </p:cNvSpPr>
          <p:nvPr>
            <p:ph type="body" sz="half" idx="2"/>
          </p:nvPr>
        </p:nvSpPr>
        <p:spPr>
          <a:xfrm>
            <a:off x="913794" y="4650556"/>
            <a:ext cx="10353763" cy="1140644"/>
          </a:xfrm>
        </p:spPr>
        <p:txBody>
          <a:bodyPr anchor="t"/>
          <a:lstStyle>
            <a:lvl1pPr marL="0" indent="0" algn="ctr">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2985D200-5BF5-4B7B-BEDC-6B6BDA20E0D3}" type="datetimeFigureOut">
              <a:rPr lang="en-CA" smtClean="0"/>
              <a:t>2025-04-23</a:t>
            </a:fld>
            <a:endParaRPr lang="en-CA"/>
          </a:p>
        </p:txBody>
      </p:sp>
      <p:sp>
        <p:nvSpPr>
          <p:cNvPr id="6" name="Footer Placeholder 5"/>
          <p:cNvSpPr>
            <a:spLocks noGrp="1"/>
          </p:cNvSpPr>
          <p:nvPr>
            <p:ph type="ftr" sz="quarter" idx="11"/>
          </p:nvPr>
        </p:nvSpPr>
        <p:spPr/>
        <p:txBody>
          <a:bodyPr/>
          <a:lstStyle/>
          <a:p>
            <a:endParaRPr lang="en-CA"/>
          </a:p>
        </p:txBody>
      </p:sp>
      <p:sp>
        <p:nvSpPr>
          <p:cNvPr id="7" name="Slide Number Placeholder 6"/>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327749044"/>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3 Column">
    <p:spTree>
      <p:nvGrpSpPr>
        <p:cNvPr id="1" name=""/>
        <p:cNvGrpSpPr/>
        <p:nvPr/>
      </p:nvGrpSpPr>
      <p:grpSpPr>
        <a:xfrm>
          <a:off x="0" y="0"/>
          <a:ext cx="0" cy="0"/>
          <a:chOff x="0" y="0"/>
          <a:chExt cx="0" cy="0"/>
        </a:xfrm>
      </p:grpSpPr>
      <p:sp>
        <p:nvSpPr>
          <p:cNvPr id="15" name="Title 1"/>
          <p:cNvSpPr>
            <a:spLocks noGrp="1"/>
          </p:cNvSpPr>
          <p:nvPr>
            <p:ph type="title"/>
          </p:nvPr>
        </p:nvSpPr>
        <p:spPr>
          <a:xfrm>
            <a:off x="913794" y="609600"/>
            <a:ext cx="10353762" cy="1325563"/>
          </a:xfrm>
        </p:spPr>
        <p:txBody>
          <a:bodyPr/>
          <a:lstStyle/>
          <a:p>
            <a:r>
              <a:rPr lang="en-US"/>
              <a:t>Click to edit Master title style</a:t>
            </a:r>
            <a:endParaRPr lang="en-US" dirty="0"/>
          </a:p>
        </p:txBody>
      </p:sp>
      <p:sp>
        <p:nvSpPr>
          <p:cNvPr id="7" name="Text Placeholder 2"/>
          <p:cNvSpPr>
            <a:spLocks noGrp="1"/>
          </p:cNvSpPr>
          <p:nvPr>
            <p:ph type="body" idx="1"/>
          </p:nvPr>
        </p:nvSpPr>
        <p:spPr>
          <a:xfrm>
            <a:off x="913794" y="2088319"/>
            <a:ext cx="3298956" cy="823305"/>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8" name="Text Placeholder 3"/>
          <p:cNvSpPr>
            <a:spLocks noGrp="1"/>
          </p:cNvSpPr>
          <p:nvPr>
            <p:ph type="body" sz="half" idx="15"/>
          </p:nvPr>
        </p:nvSpPr>
        <p:spPr>
          <a:xfrm>
            <a:off x="913794" y="2911624"/>
            <a:ext cx="3298956"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9" name="Text Placeholder 4"/>
          <p:cNvSpPr>
            <a:spLocks noGrp="1"/>
          </p:cNvSpPr>
          <p:nvPr>
            <p:ph type="body" sz="quarter" idx="3"/>
          </p:nvPr>
        </p:nvSpPr>
        <p:spPr>
          <a:xfrm>
            <a:off x="4444878" y="2088320"/>
            <a:ext cx="3298558"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0" name="Text Placeholder 3"/>
          <p:cNvSpPr>
            <a:spLocks noGrp="1"/>
          </p:cNvSpPr>
          <p:nvPr>
            <p:ph type="body" sz="half" idx="16"/>
          </p:nvPr>
        </p:nvSpPr>
        <p:spPr>
          <a:xfrm>
            <a:off x="4444878" y="2911624"/>
            <a:ext cx="329982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11" name="Text Placeholder 4"/>
          <p:cNvSpPr>
            <a:spLocks noGrp="1"/>
          </p:cNvSpPr>
          <p:nvPr>
            <p:ph type="body" sz="quarter" idx="13"/>
          </p:nvPr>
        </p:nvSpPr>
        <p:spPr>
          <a:xfrm>
            <a:off x="7973298" y="2088320"/>
            <a:ext cx="3291211" cy="823304"/>
          </a:xfrm>
        </p:spPr>
        <p:txBody>
          <a:bodyPr anchor="b">
            <a:noAutofit/>
          </a:bodyPr>
          <a:lstStyle>
            <a:lvl1pPr marL="0" indent="0" algn="ctr">
              <a:lnSpc>
                <a:spcPct val="100000"/>
              </a:lnSpc>
              <a:buNone/>
              <a:defRPr sz="24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12" name="Text Placeholder 3"/>
          <p:cNvSpPr>
            <a:spLocks noGrp="1"/>
          </p:cNvSpPr>
          <p:nvPr>
            <p:ph type="body" sz="half" idx="17"/>
          </p:nvPr>
        </p:nvSpPr>
        <p:spPr>
          <a:xfrm>
            <a:off x="7976346" y="2911624"/>
            <a:ext cx="3291211" cy="2879576"/>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985D200-5BF5-4B7B-BEDC-6B6BDA20E0D3}" type="datetimeFigureOut">
              <a:rPr lang="en-CA" smtClean="0"/>
              <a:t>2025-04-23</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227117451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3 Picture Column">
    <p:spTree>
      <p:nvGrpSpPr>
        <p:cNvPr id="1" name=""/>
        <p:cNvGrpSpPr/>
        <p:nvPr/>
      </p:nvGrpSpPr>
      <p:grpSpPr>
        <a:xfrm>
          <a:off x="0" y="0"/>
          <a:ext cx="0" cy="0"/>
          <a:chOff x="0" y="0"/>
          <a:chExt cx="0" cy="0"/>
        </a:xfrm>
      </p:grpSpPr>
      <p:sp>
        <p:nvSpPr>
          <p:cNvPr id="30" name="Title 1"/>
          <p:cNvSpPr>
            <a:spLocks noGrp="1"/>
          </p:cNvSpPr>
          <p:nvPr>
            <p:ph type="title"/>
          </p:nvPr>
        </p:nvSpPr>
        <p:spPr>
          <a:xfrm>
            <a:off x="913795" y="609600"/>
            <a:ext cx="10353762" cy="1325563"/>
          </a:xfrm>
        </p:spPr>
        <p:txBody>
          <a:bodyPr/>
          <a:lstStyle/>
          <a:p>
            <a:r>
              <a:rPr lang="en-US"/>
              <a:t>Click to edit Master title style</a:t>
            </a:r>
            <a:endParaRPr lang="en-US" dirty="0"/>
          </a:p>
        </p:txBody>
      </p:sp>
      <p:sp>
        <p:nvSpPr>
          <p:cNvPr id="19" name="Text Placeholder 2"/>
          <p:cNvSpPr>
            <a:spLocks noGrp="1"/>
          </p:cNvSpPr>
          <p:nvPr>
            <p:ph type="body" idx="1"/>
          </p:nvPr>
        </p:nvSpPr>
        <p:spPr>
          <a:xfrm>
            <a:off x="913795" y="4195899"/>
            <a:ext cx="3298955"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0" name="Picture Placeholder 2"/>
          <p:cNvSpPr>
            <a:spLocks noGrp="1" noChangeAspect="1"/>
          </p:cNvSpPr>
          <p:nvPr>
            <p:ph type="pic" idx="15"/>
          </p:nvPr>
        </p:nvSpPr>
        <p:spPr>
          <a:xfrm>
            <a:off x="1092020" y="2298987"/>
            <a:ext cx="2940050"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1" name="Text Placeholder 3"/>
          <p:cNvSpPr>
            <a:spLocks noGrp="1"/>
          </p:cNvSpPr>
          <p:nvPr>
            <p:ph type="body" sz="half" idx="18"/>
          </p:nvPr>
        </p:nvSpPr>
        <p:spPr>
          <a:xfrm>
            <a:off x="913795" y="4772161"/>
            <a:ext cx="3298955"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2" name="Text Placeholder 4"/>
          <p:cNvSpPr>
            <a:spLocks noGrp="1"/>
          </p:cNvSpPr>
          <p:nvPr>
            <p:ph type="body" sz="quarter" idx="3"/>
          </p:nvPr>
        </p:nvSpPr>
        <p:spPr>
          <a:xfrm>
            <a:off x="4442701" y="4195899"/>
            <a:ext cx="3298983"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3" name="Picture Placeholder 2"/>
          <p:cNvSpPr>
            <a:spLocks noGrp="1" noChangeAspect="1"/>
          </p:cNvSpPr>
          <p:nvPr>
            <p:ph type="pic" idx="21"/>
          </p:nvPr>
        </p:nvSpPr>
        <p:spPr>
          <a:xfrm>
            <a:off x="4568996" y="2298987"/>
            <a:ext cx="2930525"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4" name="Text Placeholder 3"/>
          <p:cNvSpPr>
            <a:spLocks noGrp="1"/>
          </p:cNvSpPr>
          <p:nvPr>
            <p:ph type="body" sz="half" idx="19"/>
          </p:nvPr>
        </p:nvSpPr>
        <p:spPr>
          <a:xfrm>
            <a:off x="4441348" y="4772160"/>
            <a:ext cx="3300336" cy="1019038"/>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25" name="Text Placeholder 4"/>
          <p:cNvSpPr>
            <a:spLocks noGrp="1"/>
          </p:cNvSpPr>
          <p:nvPr>
            <p:ph type="body" sz="quarter" idx="13"/>
          </p:nvPr>
        </p:nvSpPr>
        <p:spPr>
          <a:xfrm>
            <a:off x="7973423" y="4195899"/>
            <a:ext cx="3289900" cy="576262"/>
          </a:xfrm>
        </p:spPr>
        <p:txBody>
          <a:bodyPr anchor="b">
            <a:noAutofit/>
          </a:bodyPr>
          <a:lstStyle>
            <a:lvl1pPr marL="0" indent="0" algn="ctr">
              <a:lnSpc>
                <a:spcPct val="100000"/>
              </a:lnSpc>
              <a:buNone/>
              <a:defRPr sz="2000" b="0">
                <a:solidFill>
                  <a:schemeClr val="tx1"/>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26" name="Picture Placeholder 2"/>
          <p:cNvSpPr>
            <a:spLocks noGrp="1" noChangeAspect="1"/>
          </p:cNvSpPr>
          <p:nvPr>
            <p:ph type="pic" idx="22"/>
          </p:nvPr>
        </p:nvSpPr>
        <p:spPr>
          <a:xfrm>
            <a:off x="8152803" y="2298987"/>
            <a:ext cx="2932113" cy="1524000"/>
          </a:xfrm>
          <a:prstGeom prst="roundRect">
            <a:avLst>
              <a:gd name="adj" fmla="val 0"/>
            </a:avLst>
          </a:prstGeom>
          <a:noFill/>
          <a:ln w="146050" cap="sq">
            <a:solidFill>
              <a:srgbClr val="FFFFFF"/>
            </a:solidFill>
            <a:miter lim="800000"/>
          </a:ln>
          <a:effectLst>
            <a:outerShdw blurRad="55000" dist="18000" dir="5400000" algn="tl" rotWithShape="0">
              <a:srgbClr val="000000">
                <a:alpha val="40000"/>
              </a:srgbClr>
            </a:outerShdw>
          </a:effectLst>
          <a:scene3d>
            <a:camera prst="orthographicFront"/>
            <a:lightRig rig="twoPt" dir="t">
              <a:rot lat="0" lon="0" rev="7200000"/>
            </a:lightRig>
          </a:scene3d>
          <a:sp3d>
            <a:bevelT w="25400" h="19050"/>
            <a:contourClr>
              <a:srgbClr val="FFFFFF"/>
            </a:contourClr>
          </a:sp3d>
        </p:spPr>
        <p:txBody>
          <a:bodyPr anchor="t">
            <a:normAutofit/>
          </a:bodyPr>
          <a:lstStyle>
            <a:lvl1pPr marL="0" indent="0" algn="ctr">
              <a:buNone/>
              <a:defRPr sz="1600"/>
            </a:lvl1pPr>
            <a:lvl2pPr marL="457200" indent="0">
              <a:buNone/>
              <a:defRPr sz="1600"/>
            </a:lvl2pPr>
            <a:lvl3pPr marL="914400" indent="0">
              <a:buNone/>
              <a:defRPr sz="1600"/>
            </a:lvl3pPr>
            <a:lvl4pPr marL="1371600" indent="0">
              <a:buNone/>
              <a:defRPr sz="1600"/>
            </a:lvl4pPr>
            <a:lvl5pPr marL="1828800" indent="0">
              <a:buNone/>
              <a:defRPr sz="1600"/>
            </a:lvl5pPr>
            <a:lvl6pPr marL="2286000" indent="0">
              <a:buNone/>
              <a:defRPr sz="1600"/>
            </a:lvl6pPr>
            <a:lvl7pPr marL="2743200" indent="0">
              <a:buNone/>
              <a:defRPr sz="1600"/>
            </a:lvl7pPr>
            <a:lvl8pPr marL="3200400" indent="0">
              <a:buNone/>
              <a:defRPr sz="1600"/>
            </a:lvl8pPr>
            <a:lvl9pPr marL="3657600" indent="0">
              <a:buNone/>
              <a:defRPr sz="1600"/>
            </a:lvl9pPr>
          </a:lstStyle>
          <a:p>
            <a:r>
              <a:rPr lang="en-US"/>
              <a:t>Click icon to add picture</a:t>
            </a:r>
            <a:endParaRPr lang="en-US" dirty="0"/>
          </a:p>
        </p:txBody>
      </p:sp>
      <p:sp>
        <p:nvSpPr>
          <p:cNvPr id="27" name="Text Placeholder 3"/>
          <p:cNvSpPr>
            <a:spLocks noGrp="1"/>
          </p:cNvSpPr>
          <p:nvPr>
            <p:ph type="body" sz="half" idx="20"/>
          </p:nvPr>
        </p:nvSpPr>
        <p:spPr>
          <a:xfrm>
            <a:off x="7973298" y="4772161"/>
            <a:ext cx="3294258" cy="1019037"/>
          </a:xfrm>
        </p:spPr>
        <p:txBody>
          <a:bodyPr anchor="t">
            <a:normAutofit/>
          </a:bodyPr>
          <a:lstStyle>
            <a:lvl1pPr marL="0" indent="0" algn="ctr">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3" name="Date Placeholder 2"/>
          <p:cNvSpPr>
            <a:spLocks noGrp="1"/>
          </p:cNvSpPr>
          <p:nvPr>
            <p:ph type="dt" sz="half" idx="10"/>
          </p:nvPr>
        </p:nvSpPr>
        <p:spPr/>
        <p:txBody>
          <a:bodyPr/>
          <a:lstStyle/>
          <a:p>
            <a:fld id="{2985D200-5BF5-4B7B-BEDC-6B6BDA20E0D3}" type="datetimeFigureOut">
              <a:rPr lang="en-CA" smtClean="0"/>
              <a:t>2025-04-23</a:t>
            </a:fld>
            <a:endParaRPr lang="en-CA"/>
          </a:p>
        </p:txBody>
      </p:sp>
      <p:sp>
        <p:nvSpPr>
          <p:cNvPr id="4" name="Footer Placeholder 3"/>
          <p:cNvSpPr>
            <a:spLocks noGrp="1"/>
          </p:cNvSpPr>
          <p:nvPr>
            <p:ph type="ftr" sz="quarter" idx="11"/>
          </p:nvPr>
        </p:nvSpPr>
        <p:spPr/>
        <p:txBody>
          <a:bodyPr/>
          <a:lstStyle/>
          <a:p>
            <a:endParaRPr lang="en-CA"/>
          </a:p>
        </p:txBody>
      </p:sp>
      <p:sp>
        <p:nvSpPr>
          <p:cNvPr id="5" name="Slide Number Placeholder 4"/>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1454780361"/>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US"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85D200-5BF5-4B7B-BEDC-6B6BDA20E0D3}" type="datetimeFigureOut">
              <a:rPr lang="en-CA" smtClean="0"/>
              <a:t>2025-04-23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3647984869"/>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609599"/>
            <a:ext cx="2542657" cy="5181601"/>
          </a:xfrm>
        </p:spPr>
        <p:txBody>
          <a:bodyPr vert="eaVert"/>
          <a:lstStyle>
            <a:lvl1pPr algn="l">
              <a:defRPr/>
            </a:lvl1pPr>
          </a:lstStyle>
          <a:p>
            <a:r>
              <a:rPr lang="en-US"/>
              <a:t>Click to edit Master title style</a:t>
            </a:r>
            <a:endParaRPr lang="en-US" dirty="0"/>
          </a:p>
        </p:txBody>
      </p:sp>
      <p:sp>
        <p:nvSpPr>
          <p:cNvPr id="3" name="Vertical Text Placeholder 2"/>
          <p:cNvSpPr>
            <a:spLocks noGrp="1"/>
          </p:cNvSpPr>
          <p:nvPr>
            <p:ph type="body" orient="vert" idx="1"/>
          </p:nvPr>
        </p:nvSpPr>
        <p:spPr>
          <a:xfrm>
            <a:off x="913794" y="609599"/>
            <a:ext cx="7658705" cy="5181601"/>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10"/>
          </p:nvPr>
        </p:nvSpPr>
        <p:spPr/>
        <p:txBody>
          <a:bodyPr/>
          <a:lstStyle/>
          <a:p>
            <a:fld id="{2985D200-5BF5-4B7B-BEDC-6B6BDA20E0D3}" type="datetimeFigureOut">
              <a:rPr lang="en-CA" smtClean="0"/>
              <a:t>2025-04-23</a:t>
            </a:fld>
            <a:endParaRPr lang="en-CA"/>
          </a:p>
        </p:txBody>
      </p:sp>
      <p:sp>
        <p:nvSpPr>
          <p:cNvPr id="5" name="Footer Placeholder 4"/>
          <p:cNvSpPr>
            <a:spLocks noGrp="1"/>
          </p:cNvSpPr>
          <p:nvPr>
            <p:ph type="ftr" sz="quarter" idx="11"/>
          </p:nvPr>
        </p:nvSpPr>
        <p:spPr/>
        <p:txBody>
          <a:bodyPr/>
          <a:lstStyle/>
          <a:p>
            <a:endParaRPr lang="en-CA"/>
          </a:p>
        </p:txBody>
      </p:sp>
      <p:sp>
        <p:nvSpPr>
          <p:cNvPr id="6" name="Slide Number Placeholder 5"/>
          <p:cNvSpPr>
            <a:spLocks noGrp="1"/>
          </p:cNvSpPr>
          <p:nvPr>
            <p:ph type="sldNum" sz="quarter" idx="12"/>
          </p:nvPr>
        </p:nvSpPr>
        <p:spPr/>
        <p:txBody>
          <a:bodyPr/>
          <a:lstStyle/>
          <a:p>
            <a:fld id="{1ED2A160-EBE4-4557-851D-3C1227554FD9}" type="slidenum">
              <a:rPr lang="en-CA" smtClean="0"/>
              <a:t>‹#›</a:t>
            </a:fld>
            <a:endParaRPr lang="en-CA"/>
          </a:p>
        </p:txBody>
      </p:sp>
    </p:spTree>
    <p:extLst>
      <p:ext uri="{BB962C8B-B14F-4D97-AF65-F5344CB8AC3E}">
        <p14:creationId xmlns:p14="http://schemas.microsoft.com/office/powerpoint/2010/main" val="165850499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3">
        <a:schemeClr val="bg2"/>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913795" y="609600"/>
            <a:ext cx="10353761" cy="1326321"/>
          </a:xfrm>
          <a:prstGeom prst="rect">
            <a:avLst/>
          </a:prstGeom>
        </p:spPr>
        <p:txBody>
          <a:bodyPr vert="horz" lIns="91440" tIns="45720" rIns="91440" bIns="45720" rtlCol="0" anchor="ctr">
            <a:normAutofit/>
          </a:bodyPr>
          <a:lstStyle/>
          <a:p>
            <a:r>
              <a:rPr lang="en-US"/>
              <a:t>Click to edit Master title style</a:t>
            </a:r>
            <a:endParaRPr lang="en-US" dirty="0"/>
          </a:p>
        </p:txBody>
      </p:sp>
      <p:sp>
        <p:nvSpPr>
          <p:cNvPr id="3" name="Text Placeholder 2"/>
          <p:cNvSpPr>
            <a:spLocks noGrp="1"/>
          </p:cNvSpPr>
          <p:nvPr>
            <p:ph type="body" idx="1"/>
          </p:nvPr>
        </p:nvSpPr>
        <p:spPr>
          <a:xfrm>
            <a:off x="913795" y="2096064"/>
            <a:ext cx="10353762" cy="3695136"/>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p:cNvSpPr>
            <a:spLocks noGrp="1"/>
          </p:cNvSpPr>
          <p:nvPr>
            <p:ph type="dt" sz="half" idx="2"/>
          </p:nvPr>
        </p:nvSpPr>
        <p:spPr>
          <a:xfrm>
            <a:off x="7678736" y="5883275"/>
            <a:ext cx="2743200"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2985D200-5BF5-4B7B-BEDC-6B6BDA20E0D3}" type="datetimeFigureOut">
              <a:rPr lang="en-CA" smtClean="0"/>
              <a:t>2025-04-23</a:t>
            </a:fld>
            <a:endParaRPr lang="en-CA"/>
          </a:p>
        </p:txBody>
      </p:sp>
      <p:sp>
        <p:nvSpPr>
          <p:cNvPr id="5" name="Footer Placeholder 4"/>
          <p:cNvSpPr>
            <a:spLocks noGrp="1"/>
          </p:cNvSpPr>
          <p:nvPr>
            <p:ph type="ftr" sz="quarter" idx="3"/>
          </p:nvPr>
        </p:nvSpPr>
        <p:spPr>
          <a:xfrm>
            <a:off x="913794" y="5883275"/>
            <a:ext cx="6672865" cy="365125"/>
          </a:xfrm>
          <a:prstGeom prst="rect">
            <a:avLst/>
          </a:prstGeom>
        </p:spPr>
        <p:txBody>
          <a:bodyPr vert="horz" lIns="91440" tIns="45720" rIns="91440" bIns="45720" rtlCol="0" anchor="ctr"/>
          <a:lstStyle>
            <a:lvl1pPr algn="l">
              <a:defRPr sz="1000">
                <a:solidFill>
                  <a:schemeClr val="tx1">
                    <a:tint val="75000"/>
                  </a:schemeClr>
                </a:solidFill>
              </a:defRPr>
            </a:lvl1pPr>
          </a:lstStyle>
          <a:p>
            <a:endParaRPr lang="en-CA"/>
          </a:p>
        </p:txBody>
      </p:sp>
      <p:sp>
        <p:nvSpPr>
          <p:cNvPr id="6" name="Slide Number Placeholder 5"/>
          <p:cNvSpPr>
            <a:spLocks noGrp="1"/>
          </p:cNvSpPr>
          <p:nvPr>
            <p:ph type="sldNum" sz="quarter" idx="4"/>
          </p:nvPr>
        </p:nvSpPr>
        <p:spPr>
          <a:xfrm>
            <a:off x="10514011" y="5883275"/>
            <a:ext cx="753545" cy="365125"/>
          </a:xfrm>
          <a:prstGeom prst="rect">
            <a:avLst/>
          </a:prstGeom>
        </p:spPr>
        <p:txBody>
          <a:bodyPr vert="horz" lIns="91440" tIns="45720" rIns="91440" bIns="45720" rtlCol="0" anchor="ctr"/>
          <a:lstStyle>
            <a:lvl1pPr algn="r">
              <a:defRPr sz="1000">
                <a:solidFill>
                  <a:schemeClr val="tx1">
                    <a:tint val="75000"/>
                  </a:schemeClr>
                </a:solidFill>
              </a:defRPr>
            </a:lvl1pPr>
          </a:lstStyle>
          <a:p>
            <a:fld id="{1ED2A160-EBE4-4557-851D-3C1227554FD9}" type="slidenum">
              <a:rPr lang="en-CA" smtClean="0"/>
              <a:t>‹#›</a:t>
            </a:fld>
            <a:endParaRPr lang="en-CA"/>
          </a:p>
        </p:txBody>
      </p:sp>
    </p:spTree>
    <p:extLst>
      <p:ext uri="{BB962C8B-B14F-4D97-AF65-F5344CB8AC3E}">
        <p14:creationId xmlns:p14="http://schemas.microsoft.com/office/powerpoint/2010/main" val="4255497775"/>
      </p:ext>
    </p:extLst>
  </p:cSld>
  <p:clrMap bg1="dk1" tx1="lt1" bg2="dk2" tx2="lt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 id="2147483672" r:id="rId12"/>
    <p:sldLayoutId id="2147483673" r:id="rId13"/>
    <p:sldLayoutId id="2147483674" r:id="rId14"/>
    <p:sldLayoutId id="2147483675" r:id="rId15"/>
    <p:sldLayoutId id="2147483676" r:id="rId16"/>
    <p:sldLayoutId id="2147483677" r:id="rId17"/>
  </p:sldLayoutIdLst>
  <p:txStyles>
    <p:titleStyle>
      <a:lvl1pPr algn="ctr" defTabSz="914400" rtl="0" eaLnBrk="1" latinLnBrk="0" hangingPunct="1">
        <a:lnSpc>
          <a:spcPct val="90000"/>
        </a:lnSpc>
        <a:spcBef>
          <a:spcPct val="0"/>
        </a:spcBef>
        <a:buNone/>
        <a:defRPr sz="3400" b="1" i="0" kern="1200" cap="all">
          <a:solidFill>
            <a:schemeClr val="tx1"/>
          </a:solidFill>
          <a:effectLst>
            <a:outerShdw blurRad="50800" dist="63500" dir="2700000" algn="tl" rotWithShape="0">
              <a:srgbClr val="000000">
                <a:alpha val="48000"/>
              </a:srgbClr>
            </a:outerShdw>
          </a:effectLst>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effectLst>
            <a:outerShdw blurRad="50800" dist="38100" dir="2700000" algn="tl" rotWithShape="0">
              <a:srgbClr val="000000">
                <a:alpha val="48000"/>
              </a:srgbClr>
            </a:outerShdw>
          </a:effectLst>
          <a:latin typeface="+mn-lt"/>
          <a:ea typeface="+mn-ea"/>
          <a:cs typeface="+mn-cs"/>
        </a:defRPr>
      </a:lvl1pPr>
      <a:lvl2pPr marL="6858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effectLst>
            <a:outerShdw blurRad="50800" dist="38100" dir="2700000" algn="tl" rotWithShape="0">
              <a:srgbClr val="000000">
                <a:alpha val="48000"/>
              </a:srgbClr>
            </a:outerShdw>
          </a:effectLst>
          <a:latin typeface="+mn-lt"/>
          <a:ea typeface="+mn-ea"/>
          <a:cs typeface="+mn-cs"/>
        </a:defRPr>
      </a:lvl2pPr>
      <a:lvl3pPr marL="11430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effectLst>
            <a:outerShdw blurRad="50800" dist="38100" dir="2700000" algn="tl" rotWithShape="0">
              <a:srgbClr val="000000">
                <a:alpha val="48000"/>
              </a:srgbClr>
            </a:outerShdw>
          </a:effectLst>
          <a:latin typeface="+mn-lt"/>
          <a:ea typeface="+mn-ea"/>
          <a:cs typeface="+mn-cs"/>
        </a:defRPr>
      </a:lvl3pPr>
      <a:lvl4pPr marL="16002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effectLst>
            <a:outerShdw blurRad="50800" dist="38100" dir="2700000" algn="tl" rotWithShape="0">
              <a:srgbClr val="000000">
                <a:alpha val="48000"/>
              </a:srgbClr>
            </a:outerShdw>
          </a:effectLst>
          <a:latin typeface="+mn-lt"/>
          <a:ea typeface="+mn-ea"/>
          <a:cs typeface="+mn-cs"/>
        </a:defRPr>
      </a:lvl4pPr>
      <a:lvl5pPr marL="20574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5pPr>
      <a:lvl6pPr marL="25146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6pPr>
      <a:lvl7pPr marL="29718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7pPr>
      <a:lvl8pPr marL="3429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8pPr>
      <a:lvl9pPr marL="38862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effectLst>
            <a:outerShdw blurRad="50800" dist="38100" dir="2700000" algn="tl" rotWithShape="0">
              <a:srgbClr val="000000">
                <a:alpha val="48000"/>
              </a:srgbClr>
            </a:outerShdw>
          </a:effectLst>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3" Type="http://schemas.openxmlformats.org/officeDocument/2006/relationships/comments" Target="../comments/comment1.xml"/><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hyperlink" Target="https://tungmphung.com/ensemble-bagging-random-forest-boosting-and-stacking/" TargetMode="Externa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70ED812-B266-7CDD-D917-32B79B03A037}"/>
              </a:ext>
            </a:extLst>
          </p:cNvPr>
          <p:cNvSpPr>
            <a:spLocks noGrp="1"/>
          </p:cNvSpPr>
          <p:nvPr>
            <p:ph type="ctrTitle"/>
          </p:nvPr>
        </p:nvSpPr>
        <p:spPr>
          <a:xfrm>
            <a:off x="1347536" y="893469"/>
            <a:ext cx="9745151" cy="3024521"/>
          </a:xfrm>
        </p:spPr>
        <p:txBody>
          <a:bodyPr>
            <a:normAutofit/>
          </a:bodyPr>
          <a:lstStyle/>
          <a:p>
            <a:r>
              <a:rPr lang="en-US" sz="3600" dirty="0"/>
              <a:t>STATISTICAL MACHINE LEARNING-2</a:t>
            </a:r>
            <a:br>
              <a:rPr lang="en-US" sz="3600" dirty="0"/>
            </a:br>
            <a:r>
              <a:rPr lang="en-US" sz="3600" dirty="0"/>
              <a:t>PRACTICAL HOMEWORK-1</a:t>
            </a:r>
            <a:br>
              <a:rPr lang="en-US" sz="3600" dirty="0"/>
            </a:br>
            <a:r>
              <a:rPr lang="en-US" sz="3600" dirty="0"/>
              <a:t>ON</a:t>
            </a:r>
            <a:br>
              <a:rPr lang="en-US" sz="4000" dirty="0"/>
            </a:br>
            <a:r>
              <a:rPr lang="en-US" dirty="0"/>
              <a:t>YOUTH DRUG ANALYSIS</a:t>
            </a:r>
            <a:endParaRPr lang="en-CA" dirty="0"/>
          </a:p>
        </p:txBody>
      </p:sp>
      <p:sp>
        <p:nvSpPr>
          <p:cNvPr id="3" name="Subtitle 2">
            <a:extLst>
              <a:ext uri="{FF2B5EF4-FFF2-40B4-BE49-F238E27FC236}">
                <a16:creationId xmlns:a16="http://schemas.microsoft.com/office/drawing/2014/main" id="{5C0E6F2F-3B18-7DF1-159E-78D63BE0E49B}"/>
              </a:ext>
            </a:extLst>
          </p:cNvPr>
          <p:cNvSpPr>
            <a:spLocks noGrp="1"/>
          </p:cNvSpPr>
          <p:nvPr>
            <p:ph type="subTitle" idx="1"/>
          </p:nvPr>
        </p:nvSpPr>
        <p:spPr>
          <a:xfrm>
            <a:off x="1595268" y="4452270"/>
            <a:ext cx="9001462" cy="1655762"/>
          </a:xfrm>
        </p:spPr>
        <p:txBody>
          <a:bodyPr/>
          <a:lstStyle/>
          <a:p>
            <a:r>
              <a:rPr lang="en-US" dirty="0"/>
              <a:t>By Alekhya Dabbiru</a:t>
            </a:r>
          </a:p>
          <a:p>
            <a:r>
              <a:rPr lang="en-US" dirty="0"/>
              <a:t>MS in DS</a:t>
            </a:r>
            <a:endParaRPr lang="en-CA" dirty="0"/>
          </a:p>
        </p:txBody>
      </p:sp>
    </p:spTree>
    <p:extLst>
      <p:ext uri="{BB962C8B-B14F-4D97-AF65-F5344CB8AC3E}">
        <p14:creationId xmlns:p14="http://schemas.microsoft.com/office/powerpoint/2010/main" val="24746598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C59FAB2-1D94-369E-717A-E07FFD572F1E}"/>
              </a:ext>
            </a:extLst>
          </p:cNvPr>
          <p:cNvSpPr>
            <a:spLocks noGrp="1"/>
          </p:cNvSpPr>
          <p:nvPr>
            <p:ph type="title"/>
          </p:nvPr>
        </p:nvSpPr>
        <p:spPr>
          <a:xfrm>
            <a:off x="913795" y="484554"/>
            <a:ext cx="10353761" cy="1326321"/>
          </a:xfrm>
        </p:spPr>
        <p:txBody>
          <a:bodyPr>
            <a:normAutofit/>
          </a:bodyPr>
          <a:lstStyle/>
          <a:p>
            <a:r>
              <a:rPr lang="en-US" dirty="0"/>
              <a:t>INTRODUCTION</a:t>
            </a:r>
            <a:endParaRPr lang="en-CA" dirty="0"/>
          </a:p>
        </p:txBody>
      </p:sp>
      <p:sp>
        <p:nvSpPr>
          <p:cNvPr id="3" name="Content Placeholder 2">
            <a:extLst>
              <a:ext uri="{FF2B5EF4-FFF2-40B4-BE49-F238E27FC236}">
                <a16:creationId xmlns:a16="http://schemas.microsoft.com/office/drawing/2014/main" id="{C88DD05E-118D-8943-80F6-31E6862B1840}"/>
              </a:ext>
            </a:extLst>
          </p:cNvPr>
          <p:cNvSpPr>
            <a:spLocks noGrp="1"/>
          </p:cNvSpPr>
          <p:nvPr>
            <p:ph idx="1"/>
          </p:nvPr>
        </p:nvSpPr>
        <p:spPr>
          <a:xfrm>
            <a:off x="924444" y="2004647"/>
            <a:ext cx="10353762" cy="4114800"/>
          </a:xfrm>
        </p:spPr>
        <p:txBody>
          <a:bodyPr/>
          <a:lstStyle/>
          <a:p>
            <a:r>
              <a:rPr lang="en-US" sz="2400" dirty="0"/>
              <a:t>The “Youth Drug Analysis” project investigates the factors that are correlated with the drug use by using decision trees and ensemble methods.</a:t>
            </a:r>
          </a:p>
          <a:p>
            <a:r>
              <a:rPr lang="en-US" sz="2400" dirty="0"/>
              <a:t>The </a:t>
            </a:r>
            <a:r>
              <a:rPr lang="en-US" sz="2400" dirty="0" err="1"/>
              <a:t>youth_data</a:t>
            </a:r>
            <a:r>
              <a:rPr lang="en-US" sz="2400" dirty="0"/>
              <a:t> file is a pre-cleaned subset of the NSDUH 2023 dataset, containing responses from approximately 2900 youth under 18 across 79 selected variables. It includes demographics,  youth experiences, and use of various drugs, with full descriptions available in the NSDUH codebook.</a:t>
            </a:r>
          </a:p>
          <a:p>
            <a:endParaRPr lang="en-CA" dirty="0"/>
          </a:p>
        </p:txBody>
      </p:sp>
    </p:spTree>
    <p:extLst>
      <p:ext uri="{BB962C8B-B14F-4D97-AF65-F5344CB8AC3E}">
        <p14:creationId xmlns:p14="http://schemas.microsoft.com/office/powerpoint/2010/main" val="149571259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314A419-9CC9-AFCB-B2FB-15FAC366DF41}"/>
              </a:ext>
            </a:extLst>
          </p:cNvPr>
          <p:cNvSpPr>
            <a:spLocks noGrp="1"/>
          </p:cNvSpPr>
          <p:nvPr>
            <p:ph type="title"/>
          </p:nvPr>
        </p:nvSpPr>
        <p:spPr/>
        <p:txBody>
          <a:bodyPr/>
          <a:lstStyle/>
          <a:p>
            <a:r>
              <a:rPr lang="en-US" dirty="0"/>
              <a:t>MODELLING OVERVIEW</a:t>
            </a:r>
            <a:endParaRPr lang="en-CA" dirty="0"/>
          </a:p>
        </p:txBody>
      </p:sp>
      <p:sp>
        <p:nvSpPr>
          <p:cNvPr id="3" name="Content Placeholder 2">
            <a:extLst>
              <a:ext uri="{FF2B5EF4-FFF2-40B4-BE49-F238E27FC236}">
                <a16:creationId xmlns:a16="http://schemas.microsoft.com/office/drawing/2014/main" id="{26C529DF-8B4D-A6AB-72A4-3948EF68D996}"/>
              </a:ext>
            </a:extLst>
          </p:cNvPr>
          <p:cNvSpPr>
            <a:spLocks noGrp="1"/>
          </p:cNvSpPr>
          <p:nvPr>
            <p:ph idx="1"/>
          </p:nvPr>
        </p:nvSpPr>
        <p:spPr/>
        <p:txBody>
          <a:bodyPr>
            <a:normAutofit lnSpcReduction="10000"/>
          </a:bodyPr>
          <a:lstStyle/>
          <a:p>
            <a:pPr marL="0" indent="0">
              <a:buNone/>
            </a:pPr>
            <a:r>
              <a:rPr lang="en-US" sz="2400" dirty="0"/>
              <a:t>In the coding part, we’ve covered all the three required models using R programming in RStudio:</a:t>
            </a:r>
          </a:p>
          <a:p>
            <a:r>
              <a:rPr lang="en-US" sz="2400" dirty="0"/>
              <a:t>BINARY CLASSIFICTION- Can we predict whether a youth has ever consumed alcohol?</a:t>
            </a:r>
          </a:p>
          <a:p>
            <a:r>
              <a:rPr lang="en-US" sz="2400" dirty="0"/>
              <a:t>MULTI-CLASS CLASSIFICTION– How frequently has a youth used marijuana over the past year?</a:t>
            </a:r>
          </a:p>
          <a:p>
            <a:r>
              <a:rPr lang="en-US" sz="2400" dirty="0"/>
              <a:t>REGRESSION - How many days did a youth consume alcohol in the past</a:t>
            </a:r>
            <a:r>
              <a:rPr lang="en-CA" sz="2400" dirty="0"/>
              <a:t> month?</a:t>
            </a:r>
            <a:endParaRPr lang="en-US" sz="2400" dirty="0"/>
          </a:p>
        </p:txBody>
      </p:sp>
    </p:spTree>
    <p:extLst>
      <p:ext uri="{BB962C8B-B14F-4D97-AF65-F5344CB8AC3E}">
        <p14:creationId xmlns:p14="http://schemas.microsoft.com/office/powerpoint/2010/main" val="43915473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5B70BF9-5C07-09EB-59E2-30D109E9E93E}"/>
              </a:ext>
            </a:extLst>
          </p:cNvPr>
          <p:cNvSpPr>
            <a:spLocks noGrp="1"/>
          </p:cNvSpPr>
          <p:nvPr>
            <p:ph type="title"/>
          </p:nvPr>
        </p:nvSpPr>
        <p:spPr>
          <a:xfrm>
            <a:off x="358904" y="250091"/>
            <a:ext cx="10353761" cy="1326321"/>
          </a:xfrm>
        </p:spPr>
        <p:txBody>
          <a:bodyPr/>
          <a:lstStyle/>
          <a:p>
            <a:r>
              <a:rPr lang="en-US" dirty="0"/>
              <a:t>Theoretical background</a:t>
            </a:r>
            <a:endParaRPr lang="en-CA" dirty="0"/>
          </a:p>
        </p:txBody>
      </p:sp>
      <p:sp>
        <p:nvSpPr>
          <p:cNvPr id="5" name="AutoShape 4">
            <a:extLst>
              <a:ext uri="{FF2B5EF4-FFF2-40B4-BE49-F238E27FC236}">
                <a16:creationId xmlns:a16="http://schemas.microsoft.com/office/drawing/2014/main" id="{3B935815-26B0-A726-2CDA-7E3AC0BF8D8A}"/>
              </a:ext>
            </a:extLst>
          </p:cNvPr>
          <p:cNvSpPr>
            <a:spLocks noGrp="1" noChangeAspect="1" noChangeArrowheads="1"/>
          </p:cNvSpPr>
          <p:nvPr>
            <p:ph idx="1"/>
          </p:nvPr>
        </p:nvSpPr>
        <p:spPr bwMode="auto">
          <a:xfrm>
            <a:off x="530699" y="1697477"/>
            <a:ext cx="10510212" cy="4304737"/>
          </a:xfrm>
          <a:prstGeom prst="rect">
            <a:avLst/>
          </a:prstGeom>
          <a:noFill/>
          <a:extLst>
            <a:ext uri="{909E8E84-426E-40DD-AFC4-6F175D3DCCD1}">
              <a14:hiddenFill xmlns:a14="http://schemas.microsoft.com/office/drawing/2010/main">
                <a:solidFill>
                  <a:srgbClr val="FFFFFF"/>
                </a:solidFill>
              </a14:hiddenFill>
            </a:ext>
          </a:extLst>
        </p:spPr>
        <p:txBody>
          <a:bodyPr vert="horz" wrap="square" lIns="91440" tIns="45720" rIns="91440" bIns="45720" numCol="1" anchor="t" anchorCtr="0" compatLnSpc="1">
            <a:prstTxWarp prst="textNoShape">
              <a:avLst/>
            </a:prstTxWarp>
            <a:noAutofit/>
          </a:bodyPr>
          <a:lstStyle/>
          <a:p>
            <a:pPr marL="0" indent="0">
              <a:buNone/>
            </a:pPr>
            <a:r>
              <a:rPr lang="en-US" sz="2400" b="1" u="sng" dirty="0"/>
              <a:t>DECISION TREE:</a:t>
            </a:r>
            <a:r>
              <a:rPr lang="en-US" sz="2400" b="1" dirty="0"/>
              <a:t> </a:t>
            </a:r>
            <a:r>
              <a:rPr lang="en-US" sz="2400" dirty="0"/>
              <a:t>A decision tree is a supervised learning algorithm, used in both classification and regression tasks to make prediction. </a:t>
            </a:r>
          </a:p>
          <a:p>
            <a:r>
              <a:rPr lang="en-US" sz="2400" dirty="0"/>
              <a:t>It is a tree structure that consists of root nodes, branches and leaf nodes. This method mimics how humans often make decisions.</a:t>
            </a:r>
          </a:p>
          <a:p>
            <a:pPr marL="0" indent="0">
              <a:buNone/>
            </a:pPr>
            <a:endParaRPr lang="en-US" sz="2400" dirty="0"/>
          </a:p>
          <a:p>
            <a:pPr marL="0" indent="0">
              <a:buNone/>
            </a:pPr>
            <a:r>
              <a:rPr lang="en-US" sz="2400" b="1" u="sng" dirty="0"/>
              <a:t>PRUNING</a:t>
            </a:r>
            <a:r>
              <a:rPr lang="en-US" sz="2400" b="1" dirty="0"/>
              <a:t>: </a:t>
            </a:r>
            <a:r>
              <a:rPr lang="en-US" sz="2400" dirty="0"/>
              <a:t>Pruning is a technique used to simplify the decision tree by cutting off the branches that are do not add much value, thereby preventing overfitting.  </a:t>
            </a:r>
          </a:p>
          <a:p>
            <a:r>
              <a:rPr lang="en-US" sz="2400" dirty="0"/>
              <a:t>In R code, we have used cross-validation approach to find the optimal size of the tree.</a:t>
            </a:r>
          </a:p>
          <a:p>
            <a:pPr marL="0" indent="0">
              <a:buNone/>
            </a:pPr>
            <a:endParaRPr lang="en-CA" sz="2400" dirty="0"/>
          </a:p>
        </p:txBody>
      </p:sp>
    </p:spTree>
    <p:extLst>
      <p:ext uri="{BB962C8B-B14F-4D97-AF65-F5344CB8AC3E}">
        <p14:creationId xmlns:p14="http://schemas.microsoft.com/office/powerpoint/2010/main" val="29164085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8" name="Picture 6" descr="Machine Learning | Google for Developers">
            <a:extLst>
              <a:ext uri="{FF2B5EF4-FFF2-40B4-BE49-F238E27FC236}">
                <a16:creationId xmlns:a16="http://schemas.microsoft.com/office/drawing/2014/main" id="{09819E3D-3EB3-74F4-06EF-378D348B75E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069375" y="676204"/>
            <a:ext cx="5557790" cy="3410766"/>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47B2674F-BB54-D1D0-621B-9A21E3AE5111}"/>
              </a:ext>
            </a:extLst>
          </p:cNvPr>
          <p:cNvSpPr txBox="1"/>
          <p:nvPr/>
        </p:nvSpPr>
        <p:spPr>
          <a:xfrm>
            <a:off x="1168833" y="4868984"/>
            <a:ext cx="9854333" cy="1569660"/>
          </a:xfrm>
          <a:prstGeom prst="rect">
            <a:avLst/>
          </a:prstGeom>
          <a:noFill/>
        </p:spPr>
        <p:txBody>
          <a:bodyPr wrap="square" rtlCol="0">
            <a:spAutoFit/>
          </a:bodyPr>
          <a:lstStyle/>
          <a:p>
            <a:r>
              <a:rPr lang="en-US" sz="2400" dirty="0"/>
              <a:t>Here is an example of a “Decision tree Before vs After Pruning”. From the above image, the orange nodes of the left-side decision tree are not adding much value, so they are removed in the Pruned tree(right-side tree) to make it look simpler and reduce overfitting.</a:t>
            </a:r>
            <a:endParaRPr lang="en-CA" sz="2400" dirty="0"/>
          </a:p>
        </p:txBody>
      </p:sp>
    </p:spTree>
    <p:extLst>
      <p:ext uri="{BB962C8B-B14F-4D97-AF65-F5344CB8AC3E}">
        <p14:creationId xmlns:p14="http://schemas.microsoft.com/office/powerpoint/2010/main" val="17038111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0D75010-751E-DBC6-FD34-83EEC25AE9E8}"/>
              </a:ext>
            </a:extLst>
          </p:cNvPr>
          <p:cNvSpPr>
            <a:spLocks noGrp="1"/>
          </p:cNvSpPr>
          <p:nvPr>
            <p:ph type="title"/>
          </p:nvPr>
        </p:nvSpPr>
        <p:spPr>
          <a:xfrm>
            <a:off x="826331" y="636767"/>
            <a:ext cx="10353761" cy="1326321"/>
          </a:xfrm>
        </p:spPr>
        <p:txBody>
          <a:bodyPr/>
          <a:lstStyle/>
          <a:p>
            <a:r>
              <a:rPr lang="en-US" dirty="0"/>
              <a:t>THEORTICAL BACKGROUND: ENSEMBLE METHODS</a:t>
            </a:r>
            <a:endParaRPr lang="en-CA" dirty="0"/>
          </a:p>
        </p:txBody>
      </p:sp>
      <p:sp>
        <p:nvSpPr>
          <p:cNvPr id="3" name="Content Placeholder 2">
            <a:extLst>
              <a:ext uri="{FF2B5EF4-FFF2-40B4-BE49-F238E27FC236}">
                <a16:creationId xmlns:a16="http://schemas.microsoft.com/office/drawing/2014/main" id="{F44142A5-3A4E-6614-D51D-66F6B7E55AB8}"/>
              </a:ext>
            </a:extLst>
          </p:cNvPr>
          <p:cNvSpPr>
            <a:spLocks noGrp="1"/>
          </p:cNvSpPr>
          <p:nvPr>
            <p:ph idx="1"/>
          </p:nvPr>
        </p:nvSpPr>
        <p:spPr>
          <a:xfrm>
            <a:off x="913797" y="2526097"/>
            <a:ext cx="7109070" cy="3695136"/>
          </a:xfrm>
        </p:spPr>
        <p:txBody>
          <a:bodyPr>
            <a:normAutofit lnSpcReduction="10000"/>
          </a:bodyPr>
          <a:lstStyle/>
          <a:p>
            <a:pPr marL="0" indent="0">
              <a:buNone/>
            </a:pPr>
            <a:r>
              <a:rPr lang="en-US" sz="2400" b="1" u="sng" dirty="0"/>
              <a:t>BAGGING</a:t>
            </a:r>
            <a:r>
              <a:rPr lang="en-US" sz="2400" b="1" dirty="0"/>
              <a:t>: </a:t>
            </a:r>
            <a:r>
              <a:rPr lang="en-US" sz="2400" dirty="0"/>
              <a:t>Bagging builds multiple decision trees on randomly sampled subsets of the training data ,with replacement.  </a:t>
            </a:r>
          </a:p>
          <a:p>
            <a:r>
              <a:rPr lang="en-US" sz="2400" dirty="0"/>
              <a:t>This method reduces variance and improves the model stability.</a:t>
            </a:r>
            <a:endParaRPr lang="en-US" sz="2400" b="1" dirty="0"/>
          </a:p>
          <a:p>
            <a:r>
              <a:rPr lang="en-US" sz="2400" dirty="0"/>
              <a:t>For classification, final predictions are made based on majority vote, while in regression, predictions are averaged.</a:t>
            </a:r>
          </a:p>
          <a:p>
            <a:pPr marL="0" indent="0">
              <a:buNone/>
            </a:pPr>
            <a:endParaRPr lang="en-US" sz="2400" b="1" dirty="0"/>
          </a:p>
        </p:txBody>
      </p:sp>
      <p:pic>
        <p:nvPicPr>
          <p:cNvPr id="1029" name="Picture 5" descr="A simple diagram of bagging with decision trees">
            <a:extLst>
              <a:ext uri="{FF2B5EF4-FFF2-40B4-BE49-F238E27FC236}">
                <a16:creationId xmlns:a16="http://schemas.microsoft.com/office/drawing/2014/main" id="{E25B1523-0030-FDE0-6F02-09C9B44917C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771551" y="2062378"/>
            <a:ext cx="4023360" cy="407288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871623344"/>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DD68FCE-D589-B52D-E775-465483489D5F}"/>
              </a:ext>
            </a:extLst>
          </p:cNvPr>
          <p:cNvSpPr>
            <a:spLocks noGrp="1"/>
          </p:cNvSpPr>
          <p:nvPr>
            <p:ph type="title"/>
          </p:nvPr>
        </p:nvSpPr>
        <p:spPr/>
        <p:txBody>
          <a:bodyPr/>
          <a:lstStyle/>
          <a:p>
            <a:r>
              <a:rPr lang="en-US" dirty="0"/>
              <a:t>THEORTICAL BACKGROUND: ENSEMBLE METHODS</a:t>
            </a:r>
            <a:endParaRPr lang="en-CA" dirty="0"/>
          </a:p>
        </p:txBody>
      </p:sp>
      <p:sp>
        <p:nvSpPr>
          <p:cNvPr id="3" name="Content Placeholder 2">
            <a:extLst>
              <a:ext uri="{FF2B5EF4-FFF2-40B4-BE49-F238E27FC236}">
                <a16:creationId xmlns:a16="http://schemas.microsoft.com/office/drawing/2014/main" id="{F1C24A92-85B7-A8FD-F948-0D4AEA3B347A}"/>
              </a:ext>
            </a:extLst>
          </p:cNvPr>
          <p:cNvSpPr>
            <a:spLocks noGrp="1"/>
          </p:cNvSpPr>
          <p:nvPr>
            <p:ph idx="1"/>
          </p:nvPr>
        </p:nvSpPr>
        <p:spPr>
          <a:xfrm>
            <a:off x="913795" y="2307080"/>
            <a:ext cx="10353762" cy="4250028"/>
          </a:xfrm>
        </p:spPr>
        <p:txBody>
          <a:bodyPr>
            <a:noAutofit/>
          </a:bodyPr>
          <a:lstStyle/>
          <a:p>
            <a:pPr>
              <a:buNone/>
            </a:pPr>
            <a:r>
              <a:rPr lang="en-US" sz="2400" b="1" dirty="0"/>
              <a:t>RANDOM FOREST: </a:t>
            </a:r>
            <a:r>
              <a:rPr lang="en-US" sz="2400" dirty="0"/>
              <a:t>Random Forest builds on bagging by selecting a random subset of predictors at each split, reducing correlation among trees and improving overall performance.</a:t>
            </a:r>
          </a:p>
          <a:p>
            <a:r>
              <a:rPr lang="en-US" sz="2400" dirty="0"/>
              <a:t>The number of predictors evaluated at each split (</a:t>
            </a:r>
            <a:r>
              <a:rPr lang="en-US" sz="2400" dirty="0" err="1"/>
              <a:t>mtry</a:t>
            </a:r>
            <a:r>
              <a:rPr lang="en-US" sz="2400" dirty="0"/>
              <a:t>) serves as a key tuning parameter.</a:t>
            </a:r>
          </a:p>
          <a:p>
            <a:r>
              <a:rPr lang="en-US" sz="2400" dirty="0"/>
              <a:t>This approach excels with high-dimensional data and naturally guards against overfitting.</a:t>
            </a:r>
            <a:endParaRPr lang="en-CA" sz="2400" dirty="0"/>
          </a:p>
        </p:txBody>
      </p:sp>
    </p:spTree>
    <p:extLst>
      <p:ext uri="{BB962C8B-B14F-4D97-AF65-F5344CB8AC3E}">
        <p14:creationId xmlns:p14="http://schemas.microsoft.com/office/powerpoint/2010/main" val="3244474584"/>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87B3B83-D97F-4BE3-B082-E8B8A599B681}"/>
              </a:ext>
            </a:extLst>
          </p:cNvPr>
          <p:cNvSpPr>
            <a:spLocks noGrp="1"/>
          </p:cNvSpPr>
          <p:nvPr>
            <p:ph type="title"/>
          </p:nvPr>
        </p:nvSpPr>
        <p:spPr>
          <a:xfrm>
            <a:off x="593363" y="500185"/>
            <a:ext cx="10353761" cy="1326321"/>
          </a:xfrm>
        </p:spPr>
        <p:txBody>
          <a:bodyPr/>
          <a:lstStyle/>
          <a:p>
            <a:r>
              <a:rPr lang="en-US" dirty="0"/>
              <a:t>THEORTICAL BACKGROUND: ENSEMBLE METHODS</a:t>
            </a:r>
            <a:endParaRPr lang="en-CA" dirty="0"/>
          </a:p>
        </p:txBody>
      </p:sp>
      <p:sp>
        <p:nvSpPr>
          <p:cNvPr id="3" name="Content Placeholder 2">
            <a:extLst>
              <a:ext uri="{FF2B5EF4-FFF2-40B4-BE49-F238E27FC236}">
                <a16:creationId xmlns:a16="http://schemas.microsoft.com/office/drawing/2014/main" id="{FC05A811-2562-666D-DB2B-80D5435D4ECE}"/>
              </a:ext>
            </a:extLst>
          </p:cNvPr>
          <p:cNvSpPr>
            <a:spLocks noGrp="1"/>
          </p:cNvSpPr>
          <p:nvPr>
            <p:ph idx="1"/>
          </p:nvPr>
        </p:nvSpPr>
        <p:spPr>
          <a:xfrm>
            <a:off x="864120" y="2068784"/>
            <a:ext cx="7459265" cy="4481199"/>
          </a:xfrm>
        </p:spPr>
        <p:txBody>
          <a:bodyPr>
            <a:normAutofit/>
          </a:bodyPr>
          <a:lstStyle/>
          <a:p>
            <a:pPr marL="0" indent="0">
              <a:buNone/>
            </a:pPr>
            <a:r>
              <a:rPr lang="en-US" sz="2400" b="1" dirty="0"/>
              <a:t>BOOSTING:  </a:t>
            </a:r>
            <a:r>
              <a:rPr lang="en-US" sz="2400" dirty="0"/>
              <a:t>Models are trained one after another, with each new model focusing on the mistakes of the previous one  </a:t>
            </a:r>
          </a:p>
          <a:p>
            <a:pPr marL="0" indent="0">
              <a:buNone/>
            </a:pPr>
            <a:r>
              <a:rPr lang="en-US" sz="2400" dirty="0"/>
              <a:t>• Later models pay extra attention to observations that were misclassified or poorly predicted  </a:t>
            </a:r>
          </a:p>
          <a:p>
            <a:pPr marL="0" indent="0">
              <a:buNone/>
            </a:pPr>
            <a:r>
              <a:rPr lang="en-US" sz="2400" dirty="0"/>
              <a:t>• The final prediction is formed by weighting each model’s vote in classification or averaging their outputs in regression</a:t>
            </a:r>
            <a:endParaRPr lang="en-CA" sz="2400" dirty="0"/>
          </a:p>
        </p:txBody>
      </p:sp>
      <p:pic>
        <p:nvPicPr>
          <p:cNvPr id="2054" name="Picture 6" descr="A simple diagram of boosting with decision trees">
            <a:extLst>
              <a:ext uri="{FF2B5EF4-FFF2-40B4-BE49-F238E27FC236}">
                <a16:creationId xmlns:a16="http://schemas.microsoft.com/office/drawing/2014/main" id="{7AE3A781-61BB-2C86-CE3F-69F718BA8F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8190523" y="2219570"/>
            <a:ext cx="3579446" cy="401044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6188499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C8AC8E-2AE3-A9E4-1BEE-C121B003C6B9}"/>
              </a:ext>
            </a:extLst>
          </p:cNvPr>
          <p:cNvSpPr>
            <a:spLocks noGrp="1"/>
          </p:cNvSpPr>
          <p:nvPr>
            <p:ph type="title"/>
          </p:nvPr>
        </p:nvSpPr>
        <p:spPr/>
        <p:txBody>
          <a:bodyPr/>
          <a:lstStyle/>
          <a:p>
            <a:r>
              <a:rPr lang="en-US" dirty="0"/>
              <a:t>DATA CLEANING</a:t>
            </a:r>
            <a:endParaRPr lang="en-CA" dirty="0"/>
          </a:p>
        </p:txBody>
      </p:sp>
      <p:sp>
        <p:nvSpPr>
          <p:cNvPr id="3" name="Content Placeholder 2">
            <a:extLst>
              <a:ext uri="{FF2B5EF4-FFF2-40B4-BE49-F238E27FC236}">
                <a16:creationId xmlns:a16="http://schemas.microsoft.com/office/drawing/2014/main" id="{BA941DB9-D76A-F196-444A-749828F87475}"/>
              </a:ext>
            </a:extLst>
          </p:cNvPr>
          <p:cNvSpPr>
            <a:spLocks noGrp="1"/>
          </p:cNvSpPr>
          <p:nvPr>
            <p:ph idx="1"/>
          </p:nvPr>
        </p:nvSpPr>
        <p:spPr/>
        <p:txBody>
          <a:bodyPr>
            <a:normAutofit/>
          </a:bodyPr>
          <a:lstStyle/>
          <a:p>
            <a:r>
              <a:rPr lang="en-US" sz="2400" dirty="0"/>
              <a:t>Variable meanings, coding schemes, and valid value ranges are documented in the NSDUH Codebook, </a:t>
            </a:r>
            <a:r>
              <a:rPr lang="en-CA" sz="2400" dirty="0"/>
              <a:t>to ensure accurate interpretation.</a:t>
            </a:r>
            <a:endParaRPr lang="en-US" sz="2400" dirty="0"/>
          </a:p>
          <a:p>
            <a:r>
              <a:rPr lang="en-US" sz="2400" dirty="0"/>
              <a:t>Additional cleaning steps were applied during the modeling stage to enhance data quality and support effective analysis. Non-substantive response codes such as 991, 993, 994, 997, and 998, which typically represent uncertainty or refusal, were not discarded.</a:t>
            </a:r>
            <a:endParaRPr lang="en-CA" sz="2400" dirty="0"/>
          </a:p>
        </p:txBody>
      </p:sp>
    </p:spTree>
    <p:extLst>
      <p:ext uri="{BB962C8B-B14F-4D97-AF65-F5344CB8AC3E}">
        <p14:creationId xmlns:p14="http://schemas.microsoft.com/office/powerpoint/2010/main" val="31630277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68355E2-E8F8-0364-64A1-CD5AD7C8582E}"/>
              </a:ext>
            </a:extLst>
          </p:cNvPr>
          <p:cNvSpPr>
            <a:spLocks noGrp="1"/>
          </p:cNvSpPr>
          <p:nvPr>
            <p:ph type="title"/>
          </p:nvPr>
        </p:nvSpPr>
        <p:spPr>
          <a:xfrm>
            <a:off x="679333" y="547077"/>
            <a:ext cx="10353761" cy="1326321"/>
          </a:xfrm>
        </p:spPr>
        <p:txBody>
          <a:bodyPr/>
          <a:lstStyle/>
          <a:p>
            <a:r>
              <a:rPr lang="en-US" dirty="0"/>
              <a:t>DATA CLEANING (CONTINUATION)</a:t>
            </a:r>
            <a:endParaRPr lang="en-CA" dirty="0"/>
          </a:p>
        </p:txBody>
      </p:sp>
      <p:sp>
        <p:nvSpPr>
          <p:cNvPr id="3" name="Content Placeholder 2">
            <a:extLst>
              <a:ext uri="{FF2B5EF4-FFF2-40B4-BE49-F238E27FC236}">
                <a16:creationId xmlns:a16="http://schemas.microsoft.com/office/drawing/2014/main" id="{C89163BB-4F12-E9AB-4881-92EBAAD9848B}"/>
              </a:ext>
            </a:extLst>
          </p:cNvPr>
          <p:cNvSpPr>
            <a:spLocks noGrp="1"/>
          </p:cNvSpPr>
          <p:nvPr>
            <p:ph idx="1"/>
          </p:nvPr>
        </p:nvSpPr>
        <p:spPr>
          <a:xfrm>
            <a:off x="787805" y="2350137"/>
            <a:ext cx="10616389" cy="3839648"/>
          </a:xfrm>
        </p:spPr>
        <p:txBody>
          <a:bodyPr>
            <a:noAutofit/>
          </a:bodyPr>
          <a:lstStyle/>
          <a:p>
            <a:r>
              <a:rPr lang="en-US" sz="2400" dirty="0"/>
              <a:t>Continuous variables containing non‐substantive codes were imputed with the mean of valid responses to preserve as much data as possible.</a:t>
            </a:r>
          </a:p>
          <a:p>
            <a:r>
              <a:rPr lang="en-US" sz="2400" dirty="0"/>
              <a:t>Categorical variables were recoded with clear, descriptive factor levels to enhance interpretability in both visualizations and model outputs.</a:t>
            </a:r>
          </a:p>
          <a:p>
            <a:r>
              <a:rPr lang="en-US" sz="2400" dirty="0"/>
              <a:t>After all transformations, any remaining records with missing values were removed using standard techniques.</a:t>
            </a:r>
            <a:endParaRPr lang="en-CA" sz="2400" dirty="0"/>
          </a:p>
        </p:txBody>
      </p:sp>
    </p:spTree>
    <p:extLst>
      <p:ext uri="{BB962C8B-B14F-4D97-AF65-F5344CB8AC3E}">
        <p14:creationId xmlns:p14="http://schemas.microsoft.com/office/powerpoint/2010/main" val="3985177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E118B4-2DA4-0E80-54D1-007AD52081C3}"/>
              </a:ext>
            </a:extLst>
          </p:cNvPr>
          <p:cNvSpPr>
            <a:spLocks noGrp="1"/>
          </p:cNvSpPr>
          <p:nvPr>
            <p:ph type="title"/>
          </p:nvPr>
        </p:nvSpPr>
        <p:spPr>
          <a:xfrm>
            <a:off x="750623" y="497806"/>
            <a:ext cx="10012113" cy="1062892"/>
          </a:xfrm>
        </p:spPr>
        <p:txBody>
          <a:bodyPr/>
          <a:lstStyle/>
          <a:p>
            <a:r>
              <a:rPr lang="en-US" dirty="0"/>
              <a:t>METHODOLOGY</a:t>
            </a:r>
            <a:endParaRPr lang="en-CA" dirty="0"/>
          </a:p>
        </p:txBody>
      </p:sp>
      <p:sp>
        <p:nvSpPr>
          <p:cNvPr id="3" name="Content Placeholder 2">
            <a:extLst>
              <a:ext uri="{FF2B5EF4-FFF2-40B4-BE49-F238E27FC236}">
                <a16:creationId xmlns:a16="http://schemas.microsoft.com/office/drawing/2014/main" id="{DA47A784-05C2-8144-9798-CB337C1FA034}"/>
              </a:ext>
            </a:extLst>
          </p:cNvPr>
          <p:cNvSpPr>
            <a:spLocks noGrp="1"/>
          </p:cNvSpPr>
          <p:nvPr>
            <p:ph idx="1"/>
          </p:nvPr>
        </p:nvSpPr>
        <p:spPr>
          <a:xfrm>
            <a:off x="929932" y="1872210"/>
            <a:ext cx="9832804" cy="4487984"/>
          </a:xfrm>
        </p:spPr>
        <p:txBody>
          <a:bodyPr>
            <a:noAutofit/>
          </a:bodyPr>
          <a:lstStyle/>
          <a:p>
            <a:pPr marL="0" indent="0">
              <a:buNone/>
            </a:pPr>
            <a:r>
              <a:rPr lang="en-US" sz="2400" b="1" dirty="0"/>
              <a:t>BINARY CLASSIFICATION: </a:t>
            </a:r>
            <a:r>
              <a:rPr lang="en-US" sz="2400" dirty="0"/>
              <a:t>We predicted whether a youth had ever consumed alcohol.</a:t>
            </a:r>
          </a:p>
          <a:p>
            <a:pPr marL="0" indent="0">
              <a:buNone/>
            </a:pPr>
            <a:r>
              <a:rPr lang="en-US" sz="2400" dirty="0"/>
              <a:t>• Decision tree trained on key factors and pruned to three splits via cross-validation to reduce misclassification error.</a:t>
            </a:r>
          </a:p>
          <a:p>
            <a:pPr marL="0" indent="0">
              <a:buNone/>
            </a:pPr>
            <a:r>
              <a:rPr lang="en-US" sz="2400" dirty="0"/>
              <a:t>• Ensemble models were tuned for peak performance: bagging used all predictors with 500 trees; random forest used five predictors at each split (</a:t>
            </a:r>
            <a:r>
              <a:rPr lang="en-US" sz="2400" dirty="0" err="1"/>
              <a:t>mtry</a:t>
            </a:r>
            <a:r>
              <a:rPr lang="en-US" sz="2400" dirty="0"/>
              <a:t> = 5) with 500 trees; boosting used 1,000 trees, shrinkage of 0.01, and depth of three.</a:t>
            </a:r>
          </a:p>
          <a:p>
            <a:pPr marL="0" indent="0">
              <a:buNone/>
            </a:pPr>
            <a:endParaRPr lang="en-US" sz="2400" dirty="0"/>
          </a:p>
          <a:p>
            <a:pPr marL="0" indent="0">
              <a:buNone/>
            </a:pPr>
            <a:endParaRPr lang="en-US" sz="2400" b="1" dirty="0"/>
          </a:p>
        </p:txBody>
      </p:sp>
    </p:spTree>
    <p:extLst>
      <p:ext uri="{BB962C8B-B14F-4D97-AF65-F5344CB8AC3E}">
        <p14:creationId xmlns:p14="http://schemas.microsoft.com/office/powerpoint/2010/main" val="3188140069"/>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DDB6582-CB1D-D02D-08FE-ECBFF70C9BAF}"/>
              </a:ext>
            </a:extLst>
          </p:cNvPr>
          <p:cNvSpPr>
            <a:spLocks noGrp="1"/>
          </p:cNvSpPr>
          <p:nvPr>
            <p:ph type="title"/>
          </p:nvPr>
        </p:nvSpPr>
        <p:spPr>
          <a:xfrm>
            <a:off x="765302" y="281354"/>
            <a:ext cx="10353761" cy="1326321"/>
          </a:xfrm>
        </p:spPr>
        <p:txBody>
          <a:bodyPr>
            <a:normAutofit/>
          </a:bodyPr>
          <a:lstStyle/>
          <a:p>
            <a:r>
              <a:rPr lang="en-US" sz="3000" b="1" dirty="0"/>
              <a:t>BINARY CLASSIFICATION MODEL EVALUATION</a:t>
            </a:r>
            <a:endParaRPr lang="en-CA" sz="3000" dirty="0"/>
          </a:p>
        </p:txBody>
      </p:sp>
      <p:sp>
        <p:nvSpPr>
          <p:cNvPr id="3" name="Content Placeholder 2">
            <a:extLst>
              <a:ext uri="{FF2B5EF4-FFF2-40B4-BE49-F238E27FC236}">
                <a16:creationId xmlns:a16="http://schemas.microsoft.com/office/drawing/2014/main" id="{4AE8CBA9-D7EF-A032-3459-4636795788EE}"/>
              </a:ext>
            </a:extLst>
          </p:cNvPr>
          <p:cNvSpPr>
            <a:spLocks noGrp="1"/>
          </p:cNvSpPr>
          <p:nvPr>
            <p:ph idx="1"/>
          </p:nvPr>
        </p:nvSpPr>
        <p:spPr>
          <a:xfrm>
            <a:off x="765302" y="2240720"/>
            <a:ext cx="6432667" cy="4910356"/>
          </a:xfrm>
        </p:spPr>
        <p:txBody>
          <a:bodyPr>
            <a:noAutofit/>
          </a:bodyPr>
          <a:lstStyle/>
          <a:p>
            <a:r>
              <a:rPr lang="en-US" sz="2400" dirty="0"/>
              <a:t>Friends who drink daily or use marijuana monthly were the strongest predictors.</a:t>
            </a:r>
          </a:p>
          <a:p>
            <a:r>
              <a:rPr lang="en-US" sz="2400" dirty="0"/>
              <a:t> Ensemble accuracies were 80.7% for boosting, 79.9% for random forest, and 79.1% for bagging, with random forest also achieving 94.4% sensitivity, 36.5% specificity, and 65.5% balanced accuracy.</a:t>
            </a:r>
            <a:endParaRPr lang="en-CA" sz="2400" dirty="0"/>
          </a:p>
        </p:txBody>
      </p:sp>
      <p:pic>
        <p:nvPicPr>
          <p:cNvPr id="6" name="Picture 5">
            <a:extLst>
              <a:ext uri="{FF2B5EF4-FFF2-40B4-BE49-F238E27FC236}">
                <a16:creationId xmlns:a16="http://schemas.microsoft.com/office/drawing/2014/main" id="{073431F2-4919-2B8A-DA97-42CD55E75ED7}"/>
              </a:ext>
            </a:extLst>
          </p:cNvPr>
          <p:cNvPicPr>
            <a:picLocks noChangeAspect="1"/>
          </p:cNvPicPr>
          <p:nvPr/>
        </p:nvPicPr>
        <p:blipFill>
          <a:blip r:embed="rId2"/>
          <a:stretch>
            <a:fillRect/>
          </a:stretch>
        </p:blipFill>
        <p:spPr>
          <a:xfrm>
            <a:off x="8120185" y="1910996"/>
            <a:ext cx="3768677" cy="4286604"/>
          </a:xfrm>
          <a:prstGeom prst="rect">
            <a:avLst/>
          </a:prstGeom>
        </p:spPr>
      </p:pic>
    </p:spTree>
    <p:extLst>
      <p:ext uri="{BB962C8B-B14F-4D97-AF65-F5344CB8AC3E}">
        <p14:creationId xmlns:p14="http://schemas.microsoft.com/office/powerpoint/2010/main" val="31472282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CB14F6-1A6B-5FA3-A26F-A7F6BF6E40CA}"/>
              </a:ext>
            </a:extLst>
          </p:cNvPr>
          <p:cNvSpPr>
            <a:spLocks noGrp="1"/>
          </p:cNvSpPr>
          <p:nvPr>
            <p:ph type="title"/>
          </p:nvPr>
        </p:nvSpPr>
        <p:spPr>
          <a:xfrm>
            <a:off x="512638" y="298396"/>
            <a:ext cx="10353761" cy="920804"/>
          </a:xfrm>
        </p:spPr>
        <p:txBody>
          <a:bodyPr/>
          <a:lstStyle/>
          <a:p>
            <a:r>
              <a:rPr lang="en-US" dirty="0"/>
              <a:t>METHODOLOGY</a:t>
            </a:r>
            <a:endParaRPr lang="en-CA" dirty="0"/>
          </a:p>
        </p:txBody>
      </p:sp>
      <p:sp>
        <p:nvSpPr>
          <p:cNvPr id="3" name="Content Placeholder 2">
            <a:extLst>
              <a:ext uri="{FF2B5EF4-FFF2-40B4-BE49-F238E27FC236}">
                <a16:creationId xmlns:a16="http://schemas.microsoft.com/office/drawing/2014/main" id="{1FFC64AC-FC24-7EEB-C7BD-E4EB759F4E2B}"/>
              </a:ext>
            </a:extLst>
          </p:cNvPr>
          <p:cNvSpPr>
            <a:spLocks noGrp="1"/>
          </p:cNvSpPr>
          <p:nvPr>
            <p:ph idx="1"/>
          </p:nvPr>
        </p:nvSpPr>
        <p:spPr>
          <a:xfrm>
            <a:off x="747181" y="1653602"/>
            <a:ext cx="10553866" cy="5453078"/>
          </a:xfrm>
        </p:spPr>
        <p:txBody>
          <a:bodyPr>
            <a:noAutofit/>
          </a:bodyPr>
          <a:lstStyle/>
          <a:p>
            <a:pPr marL="0" indent="0">
              <a:buNone/>
            </a:pPr>
            <a:r>
              <a:rPr lang="en-US" sz="2400" b="1" dirty="0"/>
              <a:t>MULTI-CLASS CLASSIFICATION: </a:t>
            </a:r>
            <a:r>
              <a:rPr lang="en-US" sz="2400" dirty="0"/>
              <a:t>We predicted how often marijuana was used by youth over the past year, grouped into six categories.</a:t>
            </a:r>
          </a:p>
          <a:p>
            <a:r>
              <a:rPr lang="en-US" sz="2400" dirty="0"/>
              <a:t>Trained and pruned a decision tree to three splits via cross-validation to prevent overfitting</a:t>
            </a:r>
          </a:p>
          <a:p>
            <a:r>
              <a:rPr lang="en-US" sz="2400" dirty="0"/>
              <a:t>Key predictors included peer marijuana use, peer smoking behavior, and whether the youth was offered marijuana. These highlight associations with use patterns, not causation. </a:t>
            </a:r>
          </a:p>
          <a:p>
            <a:r>
              <a:rPr lang="en-US" sz="2400" dirty="0"/>
              <a:t>Evaluated models with accuracy, balanced accuracy and confusion matrices; tuned Random Forest with </a:t>
            </a:r>
            <a:r>
              <a:rPr lang="en-US" sz="2400" dirty="0" err="1"/>
              <a:t>mtry</a:t>
            </a:r>
            <a:r>
              <a:rPr lang="en-US" sz="2400" dirty="0"/>
              <a:t> = 5.</a:t>
            </a:r>
            <a:endParaRPr lang="en-CA" sz="2400" dirty="0"/>
          </a:p>
        </p:txBody>
      </p:sp>
    </p:spTree>
    <p:extLst>
      <p:ext uri="{BB962C8B-B14F-4D97-AF65-F5344CB8AC3E}">
        <p14:creationId xmlns:p14="http://schemas.microsoft.com/office/powerpoint/2010/main" val="358500558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889ECA0-3949-98E3-9539-403CFE67DCCF}"/>
              </a:ext>
            </a:extLst>
          </p:cNvPr>
          <p:cNvSpPr>
            <a:spLocks noGrp="1"/>
          </p:cNvSpPr>
          <p:nvPr>
            <p:ph type="title"/>
          </p:nvPr>
        </p:nvSpPr>
        <p:spPr>
          <a:xfrm>
            <a:off x="723295" y="314325"/>
            <a:ext cx="10353761" cy="1326321"/>
          </a:xfrm>
        </p:spPr>
        <p:txBody>
          <a:bodyPr/>
          <a:lstStyle/>
          <a:p>
            <a:r>
              <a:rPr lang="en-US" dirty="0"/>
              <a:t>METHODOLOGY</a:t>
            </a:r>
            <a:endParaRPr lang="en-CA" dirty="0"/>
          </a:p>
        </p:txBody>
      </p:sp>
      <p:sp>
        <p:nvSpPr>
          <p:cNvPr id="3" name="Content Placeholder 2">
            <a:extLst>
              <a:ext uri="{FF2B5EF4-FFF2-40B4-BE49-F238E27FC236}">
                <a16:creationId xmlns:a16="http://schemas.microsoft.com/office/drawing/2014/main" id="{1600A86F-E3D0-10A3-F286-CDB6A553E290}"/>
              </a:ext>
            </a:extLst>
          </p:cNvPr>
          <p:cNvSpPr>
            <a:spLocks noGrp="1"/>
          </p:cNvSpPr>
          <p:nvPr>
            <p:ph idx="1"/>
          </p:nvPr>
        </p:nvSpPr>
        <p:spPr>
          <a:xfrm>
            <a:off x="919119" y="1865339"/>
            <a:ext cx="10353761" cy="4144692"/>
          </a:xfrm>
        </p:spPr>
        <p:txBody>
          <a:bodyPr>
            <a:noAutofit/>
          </a:bodyPr>
          <a:lstStyle/>
          <a:p>
            <a:pPr marL="0" indent="0">
              <a:buNone/>
            </a:pPr>
            <a:r>
              <a:rPr lang="en-US" sz="2400" b="1" dirty="0"/>
              <a:t>REGRESSION: </a:t>
            </a:r>
            <a:r>
              <a:rPr lang="en-US" sz="2400" dirty="0"/>
              <a:t>The regression tree was trained on cleaned data and tuned via cross‐validation to select four nodes, controlling complexity and reducing overfit.</a:t>
            </a:r>
          </a:p>
          <a:p>
            <a:r>
              <a:rPr lang="en-US" sz="2400" dirty="0"/>
              <a:t>Model performance was assessed using mean squared error (MSE) and R-squared, the pruned tree produced an MSE of 1.43 and explained 6.4 percent of variance.</a:t>
            </a:r>
          </a:p>
          <a:p>
            <a:r>
              <a:rPr lang="en-US" sz="2400" dirty="0"/>
              <a:t>Using bagging with 500 trees lowered the test set mean squared error to 1.28, improving overall prediction accuracy.</a:t>
            </a:r>
            <a:endParaRPr lang="en-CA" sz="2400" dirty="0">
              <a:effectLst/>
            </a:endParaRPr>
          </a:p>
        </p:txBody>
      </p:sp>
    </p:spTree>
    <p:extLst>
      <p:ext uri="{BB962C8B-B14F-4D97-AF65-F5344CB8AC3E}">
        <p14:creationId xmlns:p14="http://schemas.microsoft.com/office/powerpoint/2010/main" val="116162266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661755A-4719-07B6-0C7A-119C19D72DE0}"/>
              </a:ext>
            </a:extLst>
          </p:cNvPr>
          <p:cNvSpPr>
            <a:spLocks noGrp="1"/>
          </p:cNvSpPr>
          <p:nvPr>
            <p:ph type="title"/>
          </p:nvPr>
        </p:nvSpPr>
        <p:spPr/>
        <p:txBody>
          <a:bodyPr/>
          <a:lstStyle/>
          <a:p>
            <a:r>
              <a:rPr lang="en-US" dirty="0"/>
              <a:t>BINARY CLASSIFICATION: DECISION TREE BEFORE VS AFTER PRUNING</a:t>
            </a:r>
            <a:endParaRPr lang="en-CA" dirty="0"/>
          </a:p>
        </p:txBody>
      </p:sp>
      <p:pic>
        <p:nvPicPr>
          <p:cNvPr id="7" name="Content Placeholder 6">
            <a:extLst>
              <a:ext uri="{FF2B5EF4-FFF2-40B4-BE49-F238E27FC236}">
                <a16:creationId xmlns:a16="http://schemas.microsoft.com/office/drawing/2014/main" id="{498B9576-7E55-F991-8202-64D3EB23A78E}"/>
              </a:ext>
            </a:extLst>
          </p:cNvPr>
          <p:cNvPicPr>
            <a:picLocks noGrp="1" noChangeAspect="1"/>
          </p:cNvPicPr>
          <p:nvPr>
            <p:ph idx="1"/>
          </p:nvPr>
        </p:nvPicPr>
        <p:blipFill>
          <a:blip r:embed="rId2"/>
          <a:stretch>
            <a:fillRect/>
          </a:stretch>
        </p:blipFill>
        <p:spPr>
          <a:xfrm>
            <a:off x="347114" y="2204916"/>
            <a:ext cx="5664071" cy="4320930"/>
          </a:xfrm>
        </p:spPr>
      </p:pic>
      <p:pic>
        <p:nvPicPr>
          <p:cNvPr id="11" name="Picture 10">
            <a:extLst>
              <a:ext uri="{FF2B5EF4-FFF2-40B4-BE49-F238E27FC236}">
                <a16:creationId xmlns:a16="http://schemas.microsoft.com/office/drawing/2014/main" id="{51C105F3-BDE5-09DA-EB32-750F6DC972AC}"/>
              </a:ext>
            </a:extLst>
          </p:cNvPr>
          <p:cNvPicPr>
            <a:picLocks noChangeAspect="1"/>
          </p:cNvPicPr>
          <p:nvPr/>
        </p:nvPicPr>
        <p:blipFill>
          <a:blip r:embed="rId3"/>
          <a:stretch>
            <a:fillRect/>
          </a:stretch>
        </p:blipFill>
        <p:spPr>
          <a:xfrm>
            <a:off x="6246982" y="2204915"/>
            <a:ext cx="5522987" cy="4320930"/>
          </a:xfrm>
          <a:prstGeom prst="rect">
            <a:avLst/>
          </a:prstGeom>
        </p:spPr>
      </p:pic>
    </p:spTree>
    <p:extLst>
      <p:ext uri="{BB962C8B-B14F-4D97-AF65-F5344CB8AC3E}">
        <p14:creationId xmlns:p14="http://schemas.microsoft.com/office/powerpoint/2010/main" val="429047830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EFCAABE-0B11-8927-178B-31B642476FDC}"/>
              </a:ext>
            </a:extLst>
          </p:cNvPr>
          <p:cNvSpPr>
            <a:spLocks noGrp="1"/>
          </p:cNvSpPr>
          <p:nvPr>
            <p:ph type="title"/>
          </p:nvPr>
        </p:nvSpPr>
        <p:spPr>
          <a:xfrm>
            <a:off x="801548" y="101599"/>
            <a:ext cx="10364410" cy="1486464"/>
          </a:xfrm>
        </p:spPr>
        <p:txBody>
          <a:bodyPr/>
          <a:lstStyle/>
          <a:p>
            <a:r>
              <a:rPr lang="en-US" dirty="0"/>
              <a:t>FLOW OF THE TREE FOR BINARY CLASSIFICATION MODEL(PRUNED)</a:t>
            </a:r>
            <a:endParaRPr lang="en-CA" dirty="0"/>
          </a:p>
        </p:txBody>
      </p:sp>
      <p:sp>
        <p:nvSpPr>
          <p:cNvPr id="3" name="Content Placeholder 2">
            <a:extLst>
              <a:ext uri="{FF2B5EF4-FFF2-40B4-BE49-F238E27FC236}">
                <a16:creationId xmlns:a16="http://schemas.microsoft.com/office/drawing/2014/main" id="{4E1FA120-5DBB-B64E-1A00-312B1E286F13}"/>
              </a:ext>
            </a:extLst>
          </p:cNvPr>
          <p:cNvSpPr>
            <a:spLocks noGrp="1"/>
          </p:cNvSpPr>
          <p:nvPr>
            <p:ph idx="1"/>
          </p:nvPr>
        </p:nvSpPr>
        <p:spPr>
          <a:xfrm>
            <a:off x="919119" y="1799079"/>
            <a:ext cx="10353762" cy="4038036"/>
          </a:xfrm>
        </p:spPr>
        <p:txBody>
          <a:bodyPr>
            <a:noAutofit/>
          </a:bodyPr>
          <a:lstStyle/>
          <a:p>
            <a:r>
              <a:rPr lang="en-US" sz="2400" dirty="0"/>
              <a:t>The model begins by assessing whether a youth’s friends drink daily. If they do not, it predicts no alcohol consumption.  </a:t>
            </a:r>
          </a:p>
          <a:p>
            <a:r>
              <a:rPr lang="en-US" sz="2400" dirty="0"/>
              <a:t>If daily drinking by friends is confirmed, it then evaluates their monthly marijuana use. If they use marijuana monthly, it again predicts no alcohol consumption.  </a:t>
            </a:r>
          </a:p>
          <a:p>
            <a:r>
              <a:rPr lang="en-US" sz="2400" dirty="0"/>
              <a:t>Only when friends drink daily and do not use marijuana monthly does the model predict that the youth has consumed alcohol.  </a:t>
            </a:r>
          </a:p>
          <a:p>
            <a:r>
              <a:rPr lang="en-US" sz="2400" dirty="0"/>
              <a:t>This Decision Tree emphasizes the central role of peer drinking behavior while reducing model complexity.</a:t>
            </a:r>
          </a:p>
        </p:txBody>
      </p:sp>
    </p:spTree>
    <p:extLst>
      <p:ext uri="{BB962C8B-B14F-4D97-AF65-F5344CB8AC3E}">
        <p14:creationId xmlns:p14="http://schemas.microsoft.com/office/powerpoint/2010/main" val="928643271"/>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CB4ABF-793D-72E0-79D7-DD2A9D6440F6}"/>
              </a:ext>
            </a:extLst>
          </p:cNvPr>
          <p:cNvSpPr>
            <a:spLocks noGrp="1"/>
          </p:cNvSpPr>
          <p:nvPr>
            <p:ph type="title"/>
          </p:nvPr>
        </p:nvSpPr>
        <p:spPr>
          <a:xfrm>
            <a:off x="919119" y="508000"/>
            <a:ext cx="10353761" cy="1326321"/>
          </a:xfrm>
        </p:spPr>
        <p:txBody>
          <a:bodyPr/>
          <a:lstStyle/>
          <a:p>
            <a:r>
              <a:rPr lang="en-US" dirty="0"/>
              <a:t>FLOW OF THE node FOR BINARY CLASSIFICATION MODEL</a:t>
            </a:r>
            <a:endParaRPr lang="en-CA" dirty="0"/>
          </a:p>
        </p:txBody>
      </p:sp>
      <p:sp>
        <p:nvSpPr>
          <p:cNvPr id="3" name="Content Placeholder 2">
            <a:extLst>
              <a:ext uri="{FF2B5EF4-FFF2-40B4-BE49-F238E27FC236}">
                <a16:creationId xmlns:a16="http://schemas.microsoft.com/office/drawing/2014/main" id="{6A47AC74-2605-92E5-48AD-43D9738E632E}"/>
              </a:ext>
            </a:extLst>
          </p:cNvPr>
          <p:cNvSpPr>
            <a:spLocks noGrp="1"/>
          </p:cNvSpPr>
          <p:nvPr>
            <p:ph idx="1"/>
          </p:nvPr>
        </p:nvSpPr>
        <p:spPr>
          <a:xfrm>
            <a:off x="1015999" y="2088321"/>
            <a:ext cx="10256881" cy="4261679"/>
          </a:xfrm>
        </p:spPr>
        <p:txBody>
          <a:bodyPr>
            <a:noAutofit/>
          </a:bodyPr>
          <a:lstStyle/>
          <a:p>
            <a:r>
              <a:rPr lang="en-US" sz="2400" dirty="0"/>
              <a:t>The model first checks whether a youth’s friends drink every day. </a:t>
            </a:r>
          </a:p>
          <a:p>
            <a:r>
              <a:rPr lang="en-US" sz="2400" dirty="0"/>
              <a:t>If none do, it predicts the youth has never tried alcohol. </a:t>
            </a:r>
          </a:p>
          <a:p>
            <a:r>
              <a:rPr lang="en-US" sz="2400" dirty="0"/>
              <a:t>When daily drinking is confirmed, it then evaluates those same friend’s monthly marijuana use. </a:t>
            </a:r>
          </a:p>
          <a:p>
            <a:r>
              <a:rPr lang="en-US" sz="2400" dirty="0"/>
              <a:t>If they use marijuana at least once a month, the model still predicts no alcohol consumption.</a:t>
            </a:r>
          </a:p>
          <a:p>
            <a:r>
              <a:rPr lang="en-US" sz="2400" dirty="0"/>
              <a:t>Only when friends drink daily and do not use marijuana monthly does the model predict that the youth has consumed alcohol.</a:t>
            </a:r>
          </a:p>
          <a:p>
            <a:endParaRPr lang="en-CA" sz="2400" dirty="0"/>
          </a:p>
        </p:txBody>
      </p:sp>
    </p:spTree>
    <p:extLst>
      <p:ext uri="{BB962C8B-B14F-4D97-AF65-F5344CB8AC3E}">
        <p14:creationId xmlns:p14="http://schemas.microsoft.com/office/powerpoint/2010/main" val="403044939"/>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5E271C-39B2-2C43-9ED2-999633AAB772}"/>
              </a:ext>
            </a:extLst>
          </p:cNvPr>
          <p:cNvSpPr>
            <a:spLocks noGrp="1"/>
          </p:cNvSpPr>
          <p:nvPr>
            <p:ph type="title"/>
          </p:nvPr>
        </p:nvSpPr>
        <p:spPr>
          <a:xfrm>
            <a:off x="757488" y="281354"/>
            <a:ext cx="10353761" cy="1326321"/>
          </a:xfrm>
        </p:spPr>
        <p:txBody>
          <a:bodyPr>
            <a:normAutofit fontScale="90000"/>
          </a:bodyPr>
          <a:lstStyle/>
          <a:p>
            <a:r>
              <a:rPr lang="en-US" dirty="0"/>
              <a:t>MULTI-CLASS CLASSIFICATION: DECISION TREE BEFORE VS AFTER PRUNING</a:t>
            </a:r>
            <a:br>
              <a:rPr lang="en-US" dirty="0"/>
            </a:br>
            <a:endParaRPr lang="en-CA" dirty="0"/>
          </a:p>
        </p:txBody>
      </p:sp>
      <p:pic>
        <p:nvPicPr>
          <p:cNvPr id="9" name="Content Placeholder 8">
            <a:extLst>
              <a:ext uri="{FF2B5EF4-FFF2-40B4-BE49-F238E27FC236}">
                <a16:creationId xmlns:a16="http://schemas.microsoft.com/office/drawing/2014/main" id="{DED07402-6A38-FABB-C5CB-3DB7FDAD10BF}"/>
              </a:ext>
            </a:extLst>
          </p:cNvPr>
          <p:cNvPicPr>
            <a:picLocks noGrp="1" noChangeAspect="1"/>
          </p:cNvPicPr>
          <p:nvPr>
            <p:ph idx="1"/>
          </p:nvPr>
        </p:nvPicPr>
        <p:blipFill>
          <a:blip r:embed="rId2"/>
          <a:stretch>
            <a:fillRect/>
          </a:stretch>
        </p:blipFill>
        <p:spPr>
          <a:xfrm>
            <a:off x="226646" y="2245457"/>
            <a:ext cx="5707722" cy="4396137"/>
          </a:xfrm>
        </p:spPr>
      </p:pic>
      <p:pic>
        <p:nvPicPr>
          <p:cNvPr id="12" name="Picture 11">
            <a:extLst>
              <a:ext uri="{FF2B5EF4-FFF2-40B4-BE49-F238E27FC236}">
                <a16:creationId xmlns:a16="http://schemas.microsoft.com/office/drawing/2014/main" id="{49CEAB46-EBA4-F3B4-46BB-260DB21CDD04}"/>
              </a:ext>
            </a:extLst>
          </p:cNvPr>
          <p:cNvPicPr>
            <a:picLocks noChangeAspect="1"/>
          </p:cNvPicPr>
          <p:nvPr/>
        </p:nvPicPr>
        <p:blipFill>
          <a:blip r:embed="rId3"/>
          <a:srcRect l="-1959" r="1959"/>
          <a:stretch/>
        </p:blipFill>
        <p:spPr>
          <a:xfrm>
            <a:off x="6377354" y="2220056"/>
            <a:ext cx="5257850" cy="4396138"/>
          </a:xfrm>
          <a:prstGeom prst="rect">
            <a:avLst/>
          </a:prstGeom>
        </p:spPr>
      </p:pic>
      <p:sp>
        <p:nvSpPr>
          <p:cNvPr id="3" name="TextBox 2">
            <a:extLst>
              <a:ext uri="{FF2B5EF4-FFF2-40B4-BE49-F238E27FC236}">
                <a16:creationId xmlns:a16="http://schemas.microsoft.com/office/drawing/2014/main" id="{C5020016-AB72-979F-6749-924FFDEBC298}"/>
              </a:ext>
            </a:extLst>
          </p:cNvPr>
          <p:cNvSpPr txBox="1"/>
          <p:nvPr/>
        </p:nvSpPr>
        <p:spPr>
          <a:xfrm>
            <a:off x="844062" y="1363849"/>
            <a:ext cx="10144369" cy="707886"/>
          </a:xfrm>
          <a:prstGeom prst="rect">
            <a:avLst/>
          </a:prstGeom>
          <a:noFill/>
        </p:spPr>
        <p:txBody>
          <a:bodyPr wrap="square" rtlCol="0">
            <a:spAutoFit/>
          </a:bodyPr>
          <a:lstStyle/>
          <a:p>
            <a:r>
              <a:rPr lang="en-US" sz="2000" dirty="0"/>
              <a:t>Both before and after pruning the tree, only the Rare and Occasional levels were produced from the six possible usage categories.</a:t>
            </a:r>
            <a:endParaRPr lang="en-CA" sz="2000" dirty="0"/>
          </a:p>
        </p:txBody>
      </p:sp>
    </p:spTree>
    <p:extLst>
      <p:ext uri="{BB962C8B-B14F-4D97-AF65-F5344CB8AC3E}">
        <p14:creationId xmlns:p14="http://schemas.microsoft.com/office/powerpoint/2010/main" val="1574809084"/>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67A69E8-AB2F-FEFA-B27D-6ECEF92E59AA}"/>
              </a:ext>
            </a:extLst>
          </p:cNvPr>
          <p:cNvSpPr>
            <a:spLocks noGrp="1"/>
          </p:cNvSpPr>
          <p:nvPr>
            <p:ph type="title"/>
          </p:nvPr>
        </p:nvSpPr>
        <p:spPr/>
        <p:txBody>
          <a:bodyPr/>
          <a:lstStyle/>
          <a:p>
            <a:r>
              <a:rPr lang="en-US" dirty="0"/>
              <a:t>REGRESSION: DECISION TREE BEFORE VS AFTER PRUNING</a:t>
            </a:r>
            <a:endParaRPr lang="en-CA" dirty="0"/>
          </a:p>
        </p:txBody>
      </p:sp>
      <p:pic>
        <p:nvPicPr>
          <p:cNvPr id="9" name="Content Placeholder 8">
            <a:extLst>
              <a:ext uri="{FF2B5EF4-FFF2-40B4-BE49-F238E27FC236}">
                <a16:creationId xmlns:a16="http://schemas.microsoft.com/office/drawing/2014/main" id="{B97041B0-6511-8E3D-DE70-D68E31761E47}"/>
              </a:ext>
            </a:extLst>
          </p:cNvPr>
          <p:cNvPicPr>
            <a:picLocks noGrp="1" noChangeAspect="1"/>
          </p:cNvPicPr>
          <p:nvPr>
            <p:ph idx="1"/>
          </p:nvPr>
        </p:nvPicPr>
        <p:blipFill>
          <a:blip r:embed="rId2"/>
          <a:stretch>
            <a:fillRect/>
          </a:stretch>
        </p:blipFill>
        <p:spPr>
          <a:xfrm>
            <a:off x="336062" y="1906215"/>
            <a:ext cx="5476341" cy="4463323"/>
          </a:xfrm>
        </p:spPr>
      </p:pic>
      <p:pic>
        <p:nvPicPr>
          <p:cNvPr id="11" name="Picture 10">
            <a:extLst>
              <a:ext uri="{FF2B5EF4-FFF2-40B4-BE49-F238E27FC236}">
                <a16:creationId xmlns:a16="http://schemas.microsoft.com/office/drawing/2014/main" id="{B2763040-844E-A8BA-A1E9-B56D43A6C978}"/>
              </a:ext>
            </a:extLst>
          </p:cNvPr>
          <p:cNvPicPr>
            <a:picLocks noChangeAspect="1"/>
          </p:cNvPicPr>
          <p:nvPr/>
        </p:nvPicPr>
        <p:blipFill>
          <a:blip r:embed="rId3"/>
          <a:stretch>
            <a:fillRect/>
          </a:stretch>
        </p:blipFill>
        <p:spPr>
          <a:xfrm>
            <a:off x="5923723" y="1876508"/>
            <a:ext cx="5838431" cy="4493030"/>
          </a:xfrm>
          <a:prstGeom prst="rect">
            <a:avLst/>
          </a:prstGeom>
        </p:spPr>
      </p:pic>
    </p:spTree>
    <p:extLst>
      <p:ext uri="{BB962C8B-B14F-4D97-AF65-F5344CB8AC3E}">
        <p14:creationId xmlns:p14="http://schemas.microsoft.com/office/powerpoint/2010/main" val="2387982030"/>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A11606F-75D1-529A-6064-553F1787F380}"/>
              </a:ext>
            </a:extLst>
          </p:cNvPr>
          <p:cNvSpPr>
            <a:spLocks noGrp="1"/>
          </p:cNvSpPr>
          <p:nvPr>
            <p:ph type="title"/>
          </p:nvPr>
        </p:nvSpPr>
        <p:spPr>
          <a:xfrm>
            <a:off x="461109" y="320431"/>
            <a:ext cx="10996247" cy="1430215"/>
          </a:xfrm>
        </p:spPr>
        <p:txBody>
          <a:bodyPr>
            <a:normAutofit fontScale="90000"/>
          </a:bodyPr>
          <a:lstStyle/>
          <a:p>
            <a:pPr algn="just"/>
            <a:r>
              <a:rPr lang="en-US" sz="2000" dirty="0">
                <a:effectLst/>
              </a:rPr>
              <a:t>DISCUSSION 1: Some of these variables are the same information coded into binary, ordinal (categorical and ordered), and numerical variables. How do the predictions change using each data type? What is each telling you, and when is it appropriate to use each? </a:t>
            </a:r>
            <a:endParaRPr lang="en-CA" sz="2000" dirty="0">
              <a:effectLst/>
            </a:endParaRPr>
          </a:p>
        </p:txBody>
      </p:sp>
      <p:sp>
        <p:nvSpPr>
          <p:cNvPr id="3" name="Content Placeholder 2">
            <a:extLst>
              <a:ext uri="{FF2B5EF4-FFF2-40B4-BE49-F238E27FC236}">
                <a16:creationId xmlns:a16="http://schemas.microsoft.com/office/drawing/2014/main" id="{CEF9D2C8-4E12-1D27-02ED-3C6677F3866C}"/>
              </a:ext>
            </a:extLst>
          </p:cNvPr>
          <p:cNvSpPr>
            <a:spLocks noGrp="1"/>
          </p:cNvSpPr>
          <p:nvPr>
            <p:ph idx="1"/>
          </p:nvPr>
        </p:nvSpPr>
        <p:spPr>
          <a:xfrm>
            <a:off x="461109" y="1930400"/>
            <a:ext cx="10863988" cy="4446954"/>
          </a:xfrm>
        </p:spPr>
        <p:txBody>
          <a:bodyPr>
            <a:noAutofit/>
          </a:bodyPr>
          <a:lstStyle/>
          <a:p>
            <a:r>
              <a:rPr lang="en-US" sz="2400" dirty="0">
                <a:effectLst/>
              </a:rPr>
              <a:t>Binary data converted each variable into yes or no, creating very clear splits but overlooking subtle differences. This was used when only the presence or absence of a trait mattered.  </a:t>
            </a:r>
          </a:p>
          <a:p>
            <a:r>
              <a:rPr lang="en-US" sz="2400" dirty="0">
                <a:effectLst/>
              </a:rPr>
              <a:t>Ordinal ones maintained a level-based approach (for example, never, rare, occasional, and daily), allowing the model to find meaningful thresholds. This was applied when order mattered but exact quantities did not.  </a:t>
            </a:r>
          </a:p>
          <a:p>
            <a:r>
              <a:rPr lang="en-US" sz="2400" dirty="0">
                <a:effectLst/>
              </a:rPr>
              <a:t>The numeric ones retained the original values, enabling the tree to identify precise cut-points and capture detailed trends. This was chosen when a continuous relationship was expected and overfitting could be controlled.</a:t>
            </a:r>
            <a:endParaRPr lang="en-CA" sz="2400" dirty="0">
              <a:effectLst/>
            </a:endParaRPr>
          </a:p>
        </p:txBody>
      </p:sp>
    </p:spTree>
    <p:extLst>
      <p:ext uri="{BB962C8B-B14F-4D97-AF65-F5344CB8AC3E}">
        <p14:creationId xmlns:p14="http://schemas.microsoft.com/office/powerpoint/2010/main" val="1618625496"/>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2035FC3-C274-2FBC-273C-56CE2A730B4D}"/>
              </a:ext>
            </a:extLst>
          </p:cNvPr>
          <p:cNvSpPr>
            <a:spLocks noGrp="1"/>
          </p:cNvSpPr>
          <p:nvPr>
            <p:ph type="title"/>
          </p:nvPr>
        </p:nvSpPr>
        <p:spPr>
          <a:xfrm>
            <a:off x="319275" y="289169"/>
            <a:ext cx="11179534" cy="1406770"/>
          </a:xfrm>
        </p:spPr>
        <p:txBody>
          <a:bodyPr>
            <a:noAutofit/>
          </a:bodyPr>
          <a:lstStyle/>
          <a:p>
            <a:pPr algn="just"/>
            <a:r>
              <a:rPr lang="en-US" sz="2000" dirty="0"/>
              <a:t>DISCUSSION 2:  Which variables tend to be important for predicting drug use? How can these be interpreted? What are the implications of this outcome? How can you, as the data science communicator, discuss these findings in an ethical way?</a:t>
            </a:r>
            <a:endParaRPr lang="en-CA" sz="2000" dirty="0"/>
          </a:p>
        </p:txBody>
      </p:sp>
      <p:sp>
        <p:nvSpPr>
          <p:cNvPr id="3" name="Content Placeholder 2">
            <a:extLst>
              <a:ext uri="{FF2B5EF4-FFF2-40B4-BE49-F238E27FC236}">
                <a16:creationId xmlns:a16="http://schemas.microsoft.com/office/drawing/2014/main" id="{48FB017F-2C6D-0A83-7C6B-C823F103EC3C}"/>
              </a:ext>
            </a:extLst>
          </p:cNvPr>
          <p:cNvSpPr>
            <a:spLocks noGrp="1"/>
          </p:cNvSpPr>
          <p:nvPr>
            <p:ph idx="1"/>
          </p:nvPr>
        </p:nvSpPr>
        <p:spPr>
          <a:xfrm>
            <a:off x="420672" y="1949939"/>
            <a:ext cx="11039060" cy="4736123"/>
          </a:xfrm>
        </p:spPr>
        <p:txBody>
          <a:bodyPr>
            <a:noAutofit/>
          </a:bodyPr>
          <a:lstStyle/>
          <a:p>
            <a:r>
              <a:rPr kumimoji="0" lang="en-US" altLang="en-US" sz="2400" b="0" i="0" u="none" strike="noStrike" cap="none" normalizeH="0" baseline="0" dirty="0">
                <a:ln>
                  <a:noFill/>
                </a:ln>
                <a:solidFill>
                  <a:schemeClr val="tx1"/>
                </a:solidFill>
                <a:effectLst/>
              </a:rPr>
              <a:t>For the binary classification model, friend’s daily drinking and monthly marijua</a:t>
            </a:r>
            <a:r>
              <a:rPr lang="en-US" sz="2400" dirty="0"/>
              <a:t>na use best predicted whether a youth tried alcohol, suggesting prevention efforts target peer norms.</a:t>
            </a:r>
            <a:endParaRPr kumimoji="0" lang="en-US" altLang="en-US" sz="2400" b="0" i="0" u="none" strike="noStrike" cap="none" normalizeH="0" baseline="0" dirty="0">
              <a:ln>
                <a:noFill/>
              </a:ln>
              <a:solidFill>
                <a:schemeClr val="tx1"/>
              </a:solidFill>
              <a:effectLst/>
            </a:endParaRPr>
          </a:p>
          <a:p>
            <a:r>
              <a:rPr kumimoji="0" lang="en-US" altLang="en-US" sz="2400" b="0" i="0" u="none" strike="noStrike" cap="none" normalizeH="0" baseline="0" dirty="0">
                <a:ln>
                  <a:noFill/>
                </a:ln>
                <a:solidFill>
                  <a:schemeClr val="tx1"/>
                </a:solidFill>
                <a:effectLst/>
              </a:rPr>
              <a:t>For the multi-class classification model, friend’s marijuana use, smoking habits, and offers of marijuana best predicted usage frequency,</a:t>
            </a:r>
            <a:r>
              <a:rPr lang="en-US" sz="2400" dirty="0"/>
              <a:t> indicating value in reducing availability and peer pressure</a:t>
            </a:r>
            <a:r>
              <a:rPr kumimoji="0" lang="en-US" altLang="en-US" sz="2400" b="0" i="0" u="none" strike="noStrike" cap="none" normalizeH="0" baseline="0" dirty="0">
                <a:ln>
                  <a:noFill/>
                </a:ln>
                <a:solidFill>
                  <a:schemeClr val="tx1"/>
                </a:solidFill>
                <a:effectLst/>
              </a:rPr>
              <a:t>.  </a:t>
            </a:r>
          </a:p>
          <a:p>
            <a:r>
              <a:rPr kumimoji="0" lang="en-US" altLang="en-US" sz="2400" b="0" i="0" u="none" strike="noStrike" cap="none" normalizeH="0" baseline="0" dirty="0">
                <a:ln>
                  <a:noFill/>
                </a:ln>
                <a:solidFill>
                  <a:schemeClr val="tx1"/>
                </a:solidFill>
                <a:effectLst/>
              </a:rPr>
              <a:t>For the regression model, friends daily drinking, the youth’s involvement in selling drugs, and frequent family arguments explained drinking days per month</a:t>
            </a:r>
            <a:r>
              <a:rPr lang="en-US" sz="2400" dirty="0"/>
              <a:t>, highlighting the need for social and family support</a:t>
            </a:r>
            <a:r>
              <a:rPr kumimoji="0" lang="en-US" altLang="en-US" sz="2400" b="0" i="0" u="none" strike="noStrike" cap="none" normalizeH="0" baseline="0" dirty="0">
                <a:ln>
                  <a:noFill/>
                </a:ln>
                <a:solidFill>
                  <a:schemeClr val="tx1"/>
                </a:solidFill>
                <a:effectLst/>
              </a:rPr>
              <a:t>.</a:t>
            </a:r>
          </a:p>
        </p:txBody>
      </p:sp>
    </p:spTree>
    <p:extLst>
      <p:ext uri="{BB962C8B-B14F-4D97-AF65-F5344CB8AC3E}">
        <p14:creationId xmlns:p14="http://schemas.microsoft.com/office/powerpoint/2010/main" val="263182784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3098A82-409C-4B23-0439-EF76420BC529}"/>
              </a:ext>
            </a:extLst>
          </p:cNvPr>
          <p:cNvSpPr>
            <a:spLocks noGrp="1"/>
          </p:cNvSpPr>
          <p:nvPr>
            <p:ph type="title"/>
          </p:nvPr>
        </p:nvSpPr>
        <p:spPr>
          <a:xfrm>
            <a:off x="913795" y="468923"/>
            <a:ext cx="10353761" cy="1326321"/>
          </a:xfrm>
        </p:spPr>
        <p:txBody>
          <a:bodyPr/>
          <a:lstStyle/>
          <a:p>
            <a:r>
              <a:rPr lang="en-US" dirty="0"/>
              <a:t>DISCUSSION-2</a:t>
            </a:r>
            <a:endParaRPr lang="en-CA" dirty="0"/>
          </a:p>
        </p:txBody>
      </p:sp>
      <p:sp>
        <p:nvSpPr>
          <p:cNvPr id="3" name="Content Placeholder 2">
            <a:extLst>
              <a:ext uri="{FF2B5EF4-FFF2-40B4-BE49-F238E27FC236}">
                <a16:creationId xmlns:a16="http://schemas.microsoft.com/office/drawing/2014/main" id="{2EE6A529-FC72-959E-04F7-975CC29AE599}"/>
              </a:ext>
            </a:extLst>
          </p:cNvPr>
          <p:cNvSpPr>
            <a:spLocks noGrp="1"/>
          </p:cNvSpPr>
          <p:nvPr>
            <p:ph idx="1"/>
          </p:nvPr>
        </p:nvSpPr>
        <p:spPr>
          <a:xfrm>
            <a:off x="913795" y="2033541"/>
            <a:ext cx="10353762" cy="3695136"/>
          </a:xfrm>
        </p:spPr>
        <p:txBody>
          <a:bodyPr>
            <a:noAutofit/>
          </a:bodyPr>
          <a:lstStyle/>
          <a:p>
            <a:r>
              <a:rPr lang="en-CA" sz="2400" dirty="0"/>
              <a:t>As data science communicators</a:t>
            </a:r>
            <a:r>
              <a:rPr lang="en-US" sz="2400" dirty="0">
                <a:effectLst/>
              </a:rPr>
              <a:t>, </a:t>
            </a:r>
            <a:r>
              <a:rPr lang="en-US" sz="2400" dirty="0"/>
              <a:t>we should avoid labelling people based on these factors. Instead, it's best to acknowledge study limitations, and recommend further research for balanced interpretation.</a:t>
            </a:r>
          </a:p>
          <a:p>
            <a:r>
              <a:rPr lang="en-US" sz="2400" dirty="0"/>
              <a:t>The key limitations are reliance on self-reported survey data may introduce bias, and limited sample representativeness, as the NSDUH youth subset under 18 might not generalize across all regions or demographic groups.</a:t>
            </a:r>
            <a:endParaRPr lang="en-CA" sz="2400" dirty="0"/>
          </a:p>
          <a:p>
            <a:endParaRPr lang="en-CA" sz="2400" dirty="0"/>
          </a:p>
        </p:txBody>
      </p:sp>
    </p:spTree>
    <p:extLst>
      <p:ext uri="{BB962C8B-B14F-4D97-AF65-F5344CB8AC3E}">
        <p14:creationId xmlns:p14="http://schemas.microsoft.com/office/powerpoint/2010/main" val="83216976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3B3B6F9-D160-0680-39CE-9890222C6A35}"/>
              </a:ext>
            </a:extLst>
          </p:cNvPr>
          <p:cNvSpPr>
            <a:spLocks noGrp="1"/>
          </p:cNvSpPr>
          <p:nvPr>
            <p:ph type="title"/>
          </p:nvPr>
        </p:nvSpPr>
        <p:spPr>
          <a:xfrm>
            <a:off x="2931079" y="397565"/>
            <a:ext cx="6329842" cy="1339573"/>
          </a:xfrm>
        </p:spPr>
        <p:txBody>
          <a:bodyPr>
            <a:normAutofit fontScale="90000"/>
          </a:bodyPr>
          <a:lstStyle/>
          <a:p>
            <a:pPr algn="l"/>
            <a:r>
              <a:rPr lang="en-US" sz="3600" dirty="0"/>
              <a:t>THE TOP FIVE MOST </a:t>
            </a:r>
            <a:br>
              <a:rPr lang="en-US" sz="3600" dirty="0"/>
            </a:br>
            <a:r>
              <a:rPr lang="en-US" sz="3600" dirty="0"/>
              <a:t>Important VARIABLES</a:t>
            </a:r>
            <a:br>
              <a:rPr lang="en-CA" sz="3600" dirty="0"/>
            </a:br>
            <a:endParaRPr lang="en-CA" dirty="0"/>
          </a:p>
        </p:txBody>
      </p:sp>
      <p:pic>
        <p:nvPicPr>
          <p:cNvPr id="5" name="Content Placeholder 4">
            <a:extLst>
              <a:ext uri="{FF2B5EF4-FFF2-40B4-BE49-F238E27FC236}">
                <a16:creationId xmlns:a16="http://schemas.microsoft.com/office/drawing/2014/main" id="{65B01CC1-CAC7-B537-9537-3F027727949C}"/>
              </a:ext>
            </a:extLst>
          </p:cNvPr>
          <p:cNvPicPr>
            <a:picLocks noGrp="1" noChangeAspect="1"/>
          </p:cNvPicPr>
          <p:nvPr>
            <p:ph idx="1"/>
          </p:nvPr>
        </p:nvPicPr>
        <p:blipFill>
          <a:blip r:embed="rId2"/>
          <a:stretch>
            <a:fillRect/>
          </a:stretch>
        </p:blipFill>
        <p:spPr>
          <a:xfrm>
            <a:off x="1719386" y="1737138"/>
            <a:ext cx="7541536" cy="3993966"/>
          </a:xfrm>
        </p:spPr>
      </p:pic>
      <p:sp>
        <p:nvSpPr>
          <p:cNvPr id="7" name="TextBox 6">
            <a:extLst>
              <a:ext uri="{FF2B5EF4-FFF2-40B4-BE49-F238E27FC236}">
                <a16:creationId xmlns:a16="http://schemas.microsoft.com/office/drawing/2014/main" id="{2173BD76-ACDF-93C9-549D-BB8431778CF6}"/>
              </a:ext>
            </a:extLst>
          </p:cNvPr>
          <p:cNvSpPr txBox="1"/>
          <p:nvPr/>
        </p:nvSpPr>
        <p:spPr>
          <a:xfrm>
            <a:off x="3298755" y="5809258"/>
            <a:ext cx="3988241" cy="369332"/>
          </a:xfrm>
          <a:prstGeom prst="rect">
            <a:avLst/>
          </a:prstGeom>
          <a:noFill/>
        </p:spPr>
        <p:txBody>
          <a:bodyPr wrap="square">
            <a:spAutoFit/>
          </a:bodyPr>
          <a:lstStyle/>
          <a:p>
            <a:r>
              <a:rPr lang="en-US" dirty="0"/>
              <a:t>BINARY CLASSIFICATION MODEL</a:t>
            </a:r>
            <a:endParaRPr lang="en-CA" dirty="0"/>
          </a:p>
        </p:txBody>
      </p:sp>
    </p:spTree>
    <p:extLst>
      <p:ext uri="{BB962C8B-B14F-4D97-AF65-F5344CB8AC3E}">
        <p14:creationId xmlns:p14="http://schemas.microsoft.com/office/powerpoint/2010/main" val="95448985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C9AB22-2710-6BBF-7A61-3561D3E7AA45}"/>
              </a:ext>
            </a:extLst>
          </p:cNvPr>
          <p:cNvSpPr>
            <a:spLocks noGrp="1"/>
          </p:cNvSpPr>
          <p:nvPr>
            <p:ph type="title"/>
          </p:nvPr>
        </p:nvSpPr>
        <p:spPr/>
        <p:txBody>
          <a:bodyPr>
            <a:normAutofit fontScale="90000"/>
          </a:bodyPr>
          <a:lstStyle/>
          <a:p>
            <a:r>
              <a:rPr lang="en-US" sz="3200" dirty="0"/>
              <a:t>THE TOP FIVE MOST </a:t>
            </a:r>
            <a:br>
              <a:rPr lang="en-US" sz="3200" dirty="0"/>
            </a:br>
            <a:r>
              <a:rPr lang="en-US" sz="3200" dirty="0"/>
              <a:t>Important VARIABLES</a:t>
            </a:r>
            <a:br>
              <a:rPr lang="en-CA" sz="3200" dirty="0"/>
            </a:br>
            <a:endParaRPr lang="en-CA" dirty="0"/>
          </a:p>
        </p:txBody>
      </p:sp>
      <p:pic>
        <p:nvPicPr>
          <p:cNvPr id="5" name="Content Placeholder 4">
            <a:extLst>
              <a:ext uri="{FF2B5EF4-FFF2-40B4-BE49-F238E27FC236}">
                <a16:creationId xmlns:a16="http://schemas.microsoft.com/office/drawing/2014/main" id="{38E49D5A-5DFA-F59B-E2D7-3588D114FA36}"/>
              </a:ext>
            </a:extLst>
          </p:cNvPr>
          <p:cNvPicPr>
            <a:picLocks noGrp="1" noChangeAspect="1"/>
          </p:cNvPicPr>
          <p:nvPr>
            <p:ph idx="1"/>
          </p:nvPr>
        </p:nvPicPr>
        <p:blipFill>
          <a:blip r:embed="rId2"/>
          <a:stretch>
            <a:fillRect/>
          </a:stretch>
        </p:blipFill>
        <p:spPr>
          <a:xfrm>
            <a:off x="292571" y="1727200"/>
            <a:ext cx="5577939" cy="3952771"/>
          </a:xfrm>
        </p:spPr>
      </p:pic>
      <p:sp>
        <p:nvSpPr>
          <p:cNvPr id="7" name="TextBox 6">
            <a:extLst>
              <a:ext uri="{FF2B5EF4-FFF2-40B4-BE49-F238E27FC236}">
                <a16:creationId xmlns:a16="http://schemas.microsoft.com/office/drawing/2014/main" id="{4CF49FB1-4834-DBD6-EFDC-EE7F0944005A}"/>
              </a:ext>
            </a:extLst>
          </p:cNvPr>
          <p:cNvSpPr txBox="1"/>
          <p:nvPr/>
        </p:nvSpPr>
        <p:spPr>
          <a:xfrm>
            <a:off x="518823" y="5879068"/>
            <a:ext cx="6094674" cy="369332"/>
          </a:xfrm>
          <a:prstGeom prst="rect">
            <a:avLst/>
          </a:prstGeom>
          <a:noFill/>
        </p:spPr>
        <p:txBody>
          <a:bodyPr wrap="square">
            <a:spAutoFit/>
          </a:bodyPr>
          <a:lstStyle/>
          <a:p>
            <a:r>
              <a:rPr lang="en-US" dirty="0"/>
              <a:t>MULTI-CLASS CLASSIFICATION MODEL</a:t>
            </a:r>
            <a:endParaRPr lang="en-CA" dirty="0"/>
          </a:p>
        </p:txBody>
      </p:sp>
      <p:pic>
        <p:nvPicPr>
          <p:cNvPr id="9" name="Picture 8">
            <a:extLst>
              <a:ext uri="{FF2B5EF4-FFF2-40B4-BE49-F238E27FC236}">
                <a16:creationId xmlns:a16="http://schemas.microsoft.com/office/drawing/2014/main" id="{9D289043-D83F-10CE-F9BF-9DA92DA25E4A}"/>
              </a:ext>
            </a:extLst>
          </p:cNvPr>
          <p:cNvPicPr>
            <a:picLocks noChangeAspect="1"/>
          </p:cNvPicPr>
          <p:nvPr/>
        </p:nvPicPr>
        <p:blipFill>
          <a:blip r:embed="rId3"/>
          <a:stretch>
            <a:fillRect/>
          </a:stretch>
        </p:blipFill>
        <p:spPr>
          <a:xfrm>
            <a:off x="6090675" y="1727200"/>
            <a:ext cx="5994402" cy="3952771"/>
          </a:xfrm>
          <a:prstGeom prst="rect">
            <a:avLst/>
          </a:prstGeom>
        </p:spPr>
      </p:pic>
      <p:sp>
        <p:nvSpPr>
          <p:cNvPr id="11" name="TextBox 10">
            <a:extLst>
              <a:ext uri="{FF2B5EF4-FFF2-40B4-BE49-F238E27FC236}">
                <a16:creationId xmlns:a16="http://schemas.microsoft.com/office/drawing/2014/main" id="{6FC9E04B-9E2F-0B37-A2AB-475218171176}"/>
              </a:ext>
            </a:extLst>
          </p:cNvPr>
          <p:cNvSpPr txBox="1"/>
          <p:nvPr/>
        </p:nvSpPr>
        <p:spPr>
          <a:xfrm>
            <a:off x="7770412" y="5879068"/>
            <a:ext cx="6094674" cy="369332"/>
          </a:xfrm>
          <a:prstGeom prst="rect">
            <a:avLst/>
          </a:prstGeom>
          <a:noFill/>
        </p:spPr>
        <p:txBody>
          <a:bodyPr wrap="square">
            <a:spAutoFit/>
          </a:bodyPr>
          <a:lstStyle/>
          <a:p>
            <a:r>
              <a:rPr lang="en-US" dirty="0"/>
              <a:t>REGRESSION MODEL</a:t>
            </a:r>
            <a:endParaRPr lang="en-CA" dirty="0"/>
          </a:p>
        </p:txBody>
      </p:sp>
    </p:spTree>
    <p:extLst>
      <p:ext uri="{BB962C8B-B14F-4D97-AF65-F5344CB8AC3E}">
        <p14:creationId xmlns:p14="http://schemas.microsoft.com/office/powerpoint/2010/main" val="3524503605"/>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0DEAF4F-EA34-8A42-42DA-D2CA8B63EDC8}"/>
              </a:ext>
            </a:extLst>
          </p:cNvPr>
          <p:cNvSpPr>
            <a:spLocks noGrp="1"/>
          </p:cNvSpPr>
          <p:nvPr>
            <p:ph type="title"/>
          </p:nvPr>
        </p:nvSpPr>
        <p:spPr>
          <a:xfrm>
            <a:off x="791875" y="251460"/>
            <a:ext cx="10353761" cy="1326321"/>
          </a:xfrm>
        </p:spPr>
        <p:txBody>
          <a:bodyPr/>
          <a:lstStyle/>
          <a:p>
            <a:r>
              <a:rPr lang="en-US" dirty="0"/>
              <a:t>conclusion</a:t>
            </a:r>
            <a:endParaRPr lang="en-CA" dirty="0"/>
          </a:p>
        </p:txBody>
      </p:sp>
      <p:sp>
        <p:nvSpPr>
          <p:cNvPr id="3" name="Content Placeholder 2">
            <a:extLst>
              <a:ext uri="{FF2B5EF4-FFF2-40B4-BE49-F238E27FC236}">
                <a16:creationId xmlns:a16="http://schemas.microsoft.com/office/drawing/2014/main" id="{AEF12CA7-6976-3B98-1E08-D88D7751F9B5}"/>
              </a:ext>
            </a:extLst>
          </p:cNvPr>
          <p:cNvSpPr>
            <a:spLocks noGrp="1"/>
          </p:cNvSpPr>
          <p:nvPr>
            <p:ph idx="1"/>
          </p:nvPr>
        </p:nvSpPr>
        <p:spPr>
          <a:xfrm>
            <a:off x="961331" y="1935848"/>
            <a:ext cx="10269337" cy="3886613"/>
          </a:xfrm>
        </p:spPr>
        <p:txBody>
          <a:bodyPr>
            <a:noAutofit/>
          </a:bodyPr>
          <a:lstStyle/>
          <a:p>
            <a:r>
              <a:rPr lang="en-US" sz="2400" dirty="0"/>
              <a:t>The study demonstrated that decision trees and ensemble methods are effective at predicting youth substance use.  </a:t>
            </a:r>
          </a:p>
          <a:p>
            <a:r>
              <a:rPr lang="en-US" sz="2400" dirty="0"/>
              <a:t>Friends’ daily drinking and monthly marijuana use emerged as the most influential factors in youth substance use.</a:t>
            </a:r>
          </a:p>
          <a:p>
            <a:r>
              <a:rPr lang="en-US" sz="2400" dirty="0"/>
              <a:t>Prevention strategies should focus on modifying peer group norms and clearly communicate that these findings represent associations, not causation.</a:t>
            </a:r>
          </a:p>
        </p:txBody>
      </p:sp>
    </p:spTree>
    <p:extLst>
      <p:ext uri="{BB962C8B-B14F-4D97-AF65-F5344CB8AC3E}">
        <p14:creationId xmlns:p14="http://schemas.microsoft.com/office/powerpoint/2010/main" val="1440402988"/>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143866C-07CA-339C-ADB5-7A7ABD8486E9}"/>
              </a:ext>
            </a:extLst>
          </p:cNvPr>
          <p:cNvSpPr>
            <a:spLocks noGrp="1"/>
          </p:cNvSpPr>
          <p:nvPr>
            <p:ph type="title"/>
          </p:nvPr>
        </p:nvSpPr>
        <p:spPr/>
        <p:txBody>
          <a:bodyPr/>
          <a:lstStyle/>
          <a:p>
            <a:r>
              <a:rPr lang="en-US" dirty="0"/>
              <a:t>BIBLIOGRAPHY</a:t>
            </a:r>
            <a:endParaRPr lang="en-CA" dirty="0"/>
          </a:p>
        </p:txBody>
      </p:sp>
      <p:sp>
        <p:nvSpPr>
          <p:cNvPr id="3" name="Content Placeholder 2">
            <a:extLst>
              <a:ext uri="{FF2B5EF4-FFF2-40B4-BE49-F238E27FC236}">
                <a16:creationId xmlns:a16="http://schemas.microsoft.com/office/drawing/2014/main" id="{52E4CEAF-3A14-86FF-04A2-0A5EB0330518}"/>
              </a:ext>
            </a:extLst>
          </p:cNvPr>
          <p:cNvSpPr>
            <a:spLocks noGrp="1"/>
          </p:cNvSpPr>
          <p:nvPr>
            <p:ph idx="1"/>
          </p:nvPr>
        </p:nvSpPr>
        <p:spPr/>
        <p:txBody>
          <a:bodyPr>
            <a:normAutofit/>
          </a:bodyPr>
          <a:lstStyle/>
          <a:p>
            <a:pPr>
              <a:buNone/>
            </a:pPr>
            <a:r>
              <a:rPr lang="en-CA" dirty="0">
                <a:effectLst/>
              </a:rPr>
              <a:t>[1] Slides 6 &amp;8 images from: </a:t>
            </a:r>
            <a:r>
              <a:rPr lang="en-US" dirty="0">
                <a:hlinkClick r:id="rId2"/>
              </a:rPr>
              <a:t>Ensemble: Bagging, Random Forest, Boosting and Stacking</a:t>
            </a:r>
            <a:endParaRPr lang="en-CA" dirty="0">
              <a:effectLst/>
            </a:endParaRPr>
          </a:p>
          <a:p>
            <a:pPr>
              <a:buNone/>
            </a:pPr>
            <a:r>
              <a:rPr lang="en-US" dirty="0">
                <a:effectLst/>
              </a:rPr>
              <a:t>[2] Class presentation slides and worksheets. Data 5322 Coursework, Seattle University, 2025.</a:t>
            </a:r>
            <a:endParaRPr lang="en-CA" dirty="0">
              <a:effectLst/>
            </a:endParaRPr>
          </a:p>
        </p:txBody>
      </p:sp>
    </p:spTree>
    <p:extLst>
      <p:ext uri="{BB962C8B-B14F-4D97-AF65-F5344CB8AC3E}">
        <p14:creationId xmlns:p14="http://schemas.microsoft.com/office/powerpoint/2010/main" val="367179764"/>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BEB780-B55C-45DB-9142-5E92FE6109C9}"/>
              </a:ext>
            </a:extLst>
          </p:cNvPr>
          <p:cNvSpPr>
            <a:spLocks noGrp="1"/>
          </p:cNvSpPr>
          <p:nvPr>
            <p:ph type="title"/>
          </p:nvPr>
        </p:nvSpPr>
        <p:spPr>
          <a:xfrm>
            <a:off x="713770" y="2428875"/>
            <a:ext cx="10353761" cy="1326321"/>
          </a:xfrm>
        </p:spPr>
        <p:txBody>
          <a:bodyPr/>
          <a:lstStyle/>
          <a:p>
            <a:r>
              <a:rPr lang="en-US" dirty="0"/>
              <a:t>THANK YOU!!!</a:t>
            </a:r>
            <a:endParaRPr lang="en-CA" dirty="0"/>
          </a:p>
        </p:txBody>
      </p:sp>
    </p:spTree>
    <p:extLst>
      <p:ext uri="{BB962C8B-B14F-4D97-AF65-F5344CB8AC3E}">
        <p14:creationId xmlns:p14="http://schemas.microsoft.com/office/powerpoint/2010/main" val="1040299564"/>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Damask">
  <a:themeElements>
    <a:clrScheme name="Damask">
      <a:dk1>
        <a:sysClr val="windowText" lastClr="000000"/>
      </a:dk1>
      <a:lt1>
        <a:sysClr val="window" lastClr="FFFFFF"/>
      </a:lt1>
      <a:dk2>
        <a:srgbClr val="2A5B7F"/>
      </a:dk2>
      <a:lt2>
        <a:srgbClr val="ABDAFC"/>
      </a:lt2>
      <a:accent1>
        <a:srgbClr val="9EC544"/>
      </a:accent1>
      <a:accent2>
        <a:srgbClr val="50BEA3"/>
      </a:accent2>
      <a:accent3>
        <a:srgbClr val="4A9CCC"/>
      </a:accent3>
      <a:accent4>
        <a:srgbClr val="9A66CA"/>
      </a:accent4>
      <a:accent5>
        <a:srgbClr val="C54F71"/>
      </a:accent5>
      <a:accent6>
        <a:srgbClr val="DE9C3C"/>
      </a:accent6>
      <a:hlink>
        <a:srgbClr val="6BA9DA"/>
      </a:hlink>
      <a:folHlink>
        <a:srgbClr val="A0BCD3"/>
      </a:folHlink>
    </a:clrScheme>
    <a:fontScheme name="Damask">
      <a:majorFont>
        <a:latin typeface="Bookman Old Style" panose="0205060405050502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Rockwell" panose="02060603020205020403"/>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Damask">
      <a:fillStyleLst>
        <a:solidFill>
          <a:schemeClr val="phClr"/>
        </a:solidFill>
        <a:gradFill rotWithShape="1">
          <a:gsLst>
            <a:gs pos="0">
              <a:schemeClr val="phClr">
                <a:tint val="48000"/>
                <a:satMod val="105000"/>
                <a:lumMod val="110000"/>
              </a:schemeClr>
            </a:gs>
            <a:gs pos="100000">
              <a:schemeClr val="phClr">
                <a:tint val="78000"/>
                <a:satMod val="109000"/>
                <a:lumMod val="100000"/>
              </a:schemeClr>
            </a:gs>
          </a:gsLst>
          <a:lin ang="5400000" scaled="0"/>
        </a:gradFill>
        <a:gradFill rotWithShape="1">
          <a:gsLst>
            <a:gs pos="0">
              <a:schemeClr val="phClr">
                <a:tint val="94000"/>
                <a:satMod val="100000"/>
                <a:lumMod val="104000"/>
              </a:schemeClr>
            </a:gs>
            <a:gs pos="69000">
              <a:schemeClr val="phClr">
                <a:shade val="86000"/>
                <a:satMod val="130000"/>
                <a:lumMod val="102000"/>
              </a:schemeClr>
            </a:gs>
            <a:gs pos="100000">
              <a:schemeClr val="phClr">
                <a:shade val="72000"/>
                <a:satMod val="130000"/>
                <a:lumMod val="100000"/>
              </a:schemeClr>
            </a:gs>
          </a:gsLst>
          <a:lin ang="5400000" scaled="0"/>
        </a:gradFill>
      </a:fillStyleLst>
      <a:lnStyleLst>
        <a:ln w="12700" cap="flat" cmpd="sng" algn="ctr">
          <a:solidFill>
            <a:schemeClr val="phClr"/>
          </a:solidFill>
          <a:prstDash val="solid"/>
        </a:ln>
        <a:ln w="19050" cap="flat" cmpd="sng" algn="ctr">
          <a:solidFill>
            <a:schemeClr val="phClr"/>
          </a:solidFill>
          <a:prstDash val="solid"/>
        </a:ln>
        <a:ln w="25400" cap="flat" cmpd="sng" algn="ctr">
          <a:solidFill>
            <a:schemeClr val="phClr"/>
          </a:solidFill>
          <a:prstDash val="solid"/>
        </a:ln>
      </a:lnStyleLst>
      <a:effectStyleLst>
        <a:effectStyle>
          <a:effectLst/>
        </a:effectStyle>
        <a:effectStyle>
          <a:effectLst>
            <a:outerShdw blurRad="50800" dist="38100" dir="5400000" sy="96000" rotWithShape="0">
              <a:srgbClr val="000000">
                <a:alpha val="54000"/>
              </a:srgbClr>
            </a:outerShdw>
          </a:effectLst>
        </a:effectStyle>
        <a:effectStyle>
          <a:effectLst>
            <a:outerShdw blurRad="76200" dist="38100" dir="5400000" algn="ctr" rotWithShape="0">
              <a:srgbClr val="000000">
                <a:alpha val="76000"/>
              </a:srgbClr>
            </a:outerShdw>
          </a:effectLst>
          <a:scene3d>
            <a:camera prst="orthographicFront">
              <a:rot lat="0" lon="0" rev="0"/>
            </a:camera>
            <a:lightRig rig="balanced" dir="t"/>
          </a:scene3d>
          <a:sp3d prstMaterial="matte">
            <a:bevelT w="25400" h="25400" prst="relaxedInset"/>
          </a:sp3d>
        </a:effectStyle>
      </a:effectStyleLst>
      <a:bgFillStyleLst>
        <a:solidFill>
          <a:schemeClr val="phClr"/>
        </a:solidFill>
        <a:solidFill>
          <a:schemeClr val="phClr">
            <a:tint val="95000"/>
            <a:satMod val="170000"/>
          </a:schemeClr>
        </a:solidFill>
        <a:blipFill rotWithShape="1">
          <a:blip xmlns:r="http://schemas.openxmlformats.org/officeDocument/2006/relationships" r:embed="rId1">
            <a:duotone>
              <a:schemeClr val="phClr">
                <a:shade val="18000"/>
                <a:satMod val="160000"/>
                <a:lumMod val="28000"/>
              </a:schemeClr>
              <a:schemeClr val="phClr">
                <a:tint val="95000"/>
                <a:satMod val="160000"/>
                <a:lumMod val="116000"/>
              </a:schemeClr>
            </a:duotone>
          </a:blip>
          <a:stretch/>
        </a:blipFill>
      </a:bgFillStyleLst>
    </a:fmtScheme>
  </a:themeElements>
  <a:objectDefaults/>
  <a:extraClrSchemeLst/>
  <a:extLst>
    <a:ext uri="{05A4C25C-085E-4340-85A3-A5531E510DB2}">
      <thm15:themeFamily xmlns:thm15="http://schemas.microsoft.com/office/thememl/2012/main" name="Damask" id="{F9A299A0-33D0-4E0F-9F3F-7163E3744208}" vid="{746EEEEA-FB6A-406B-B510-531588D54811}"/>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TM04033921[[fn=Damask]]</Template>
  <TotalTime>1285</TotalTime>
  <Words>1647</Words>
  <Application>Microsoft Office PowerPoint</Application>
  <PresentationFormat>Widescreen</PresentationFormat>
  <Paragraphs>93</Paragraphs>
  <Slides>27</Slides>
  <Notes>1</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27</vt:i4>
      </vt:variant>
    </vt:vector>
  </HeadingPairs>
  <TitlesOfParts>
    <vt:vector size="32" baseType="lpstr">
      <vt:lpstr>Arial</vt:lpstr>
      <vt:lpstr>Bookman Old Style</vt:lpstr>
      <vt:lpstr>Calibri</vt:lpstr>
      <vt:lpstr>Rockwell</vt:lpstr>
      <vt:lpstr>Damask</vt:lpstr>
      <vt:lpstr>STATISTICAL MACHINE LEARNING-2 PRACTICAL HOMEWORK-1 ON YOUTH DRUG ANALYSIS</vt:lpstr>
      <vt:lpstr>INTRODUCTION</vt:lpstr>
      <vt:lpstr>MODELLING OVERVIEW</vt:lpstr>
      <vt:lpstr>Theoretical background</vt:lpstr>
      <vt:lpstr>PowerPoint Presentation</vt:lpstr>
      <vt:lpstr>THEORTICAL BACKGROUND: ENSEMBLE METHODS</vt:lpstr>
      <vt:lpstr>THEORTICAL BACKGROUND: ENSEMBLE METHODS</vt:lpstr>
      <vt:lpstr>THEORTICAL BACKGROUND: ENSEMBLE METHODS</vt:lpstr>
      <vt:lpstr>DATA CLEANING</vt:lpstr>
      <vt:lpstr>DATA CLEANING (CONTINUATION)</vt:lpstr>
      <vt:lpstr>METHODOLOGY</vt:lpstr>
      <vt:lpstr>BINARY CLASSIFICATION MODEL EVALUATION</vt:lpstr>
      <vt:lpstr>METHODOLOGY</vt:lpstr>
      <vt:lpstr>METHODOLOGY</vt:lpstr>
      <vt:lpstr>BINARY CLASSIFICATION: DECISION TREE BEFORE VS AFTER PRUNING</vt:lpstr>
      <vt:lpstr>FLOW OF THE TREE FOR BINARY CLASSIFICATION MODEL(PRUNED)</vt:lpstr>
      <vt:lpstr>FLOW OF THE node FOR BINARY CLASSIFICATION MODEL</vt:lpstr>
      <vt:lpstr>MULTI-CLASS CLASSIFICATION: DECISION TREE BEFORE VS AFTER PRUNING </vt:lpstr>
      <vt:lpstr>REGRESSION: DECISION TREE BEFORE VS AFTER PRUNING</vt:lpstr>
      <vt:lpstr>DISCUSSION 1: Some of these variables are the same information coded into binary, ordinal (categorical and ordered), and numerical variables. How do the predictions change using each data type? What is each telling you, and when is it appropriate to use each? </vt:lpstr>
      <vt:lpstr>DISCUSSION 2:  Which variables tend to be important for predicting drug use? How can these be interpreted? What are the implications of this outcome? How can you, as the data science communicator, discuss these findings in an ethical way?</vt:lpstr>
      <vt:lpstr>DISCUSSION-2</vt:lpstr>
      <vt:lpstr>THE TOP FIVE MOST  Important VARIABLES </vt:lpstr>
      <vt:lpstr>THE TOP FIVE MOST  Important VARIABLES </vt:lpstr>
      <vt:lpstr>conclusion</vt:lpstr>
      <vt:lpstr>BIBLIOGRAPHY</vt:lpstr>
      <vt:lpstr>THANK YOU!!!</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Alekhya Dabbiru</dc:creator>
  <cp:lastModifiedBy>Alekhya Dabbiru</cp:lastModifiedBy>
  <cp:revision>3</cp:revision>
  <dcterms:created xsi:type="dcterms:W3CDTF">2025-04-14T08:46:12Z</dcterms:created>
  <dcterms:modified xsi:type="dcterms:W3CDTF">2025-04-23T07:25:11Z</dcterms:modified>
</cp:coreProperties>
</file>